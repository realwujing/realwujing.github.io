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slideLayouts/slideLayout1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bookmarkIdSeed="3">
  <p:sldMasterIdLst>
    <p:sldMasterId id="2147483841" r:id="rId4"/>
    <p:sldMasterId id="2147483825" r:id="rId5"/>
    <p:sldMasterId id="2147483848" r:id="rId6"/>
    <p:sldMasterId id="2147483867" r:id="rId7"/>
    <p:sldMasterId id="2147483873" r:id="rId8"/>
    <p:sldMasterId id="2147483874" r:id="rId9"/>
  </p:sldMasterIdLst>
  <p:notesMasterIdLst>
    <p:notesMasterId r:id="rId19"/>
  </p:notesMasterIdLst>
  <p:handoutMasterIdLst>
    <p:handoutMasterId r:id="rId20"/>
  </p:handoutMasterIdLst>
  <p:sldIdLst>
    <p:sldId id="257" r:id="rId10"/>
    <p:sldId id="802" r:id="rId11"/>
    <p:sldId id="517" r:id="rId12"/>
    <p:sldId id="804" r:id="rId13"/>
    <p:sldId id="806" r:id="rId14"/>
    <p:sldId id="270" r:id="rId15"/>
    <p:sldId id="801" r:id="rId16"/>
    <p:sldId id="803" r:id="rId17"/>
    <p:sldId id="807" r:id="rId18"/>
  </p:sldIdLst>
  <p:sldSz cx="12192000" cy="6858000"/>
  <p:notesSz cx="7010400" cy="9296400"/>
  <p:defaultTextStyle>
    <a:defPPr>
      <a:defRPr lang="en-US"/>
    </a:defPPr>
    <a:lvl1pPr marL="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4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7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71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957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196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43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67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913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userDrawn="1">
          <p15:clr>
            <a:srgbClr val="A4A3A4"/>
          </p15:clr>
        </p15:guide>
        <p15:guide id="2" pos="2208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ifenghuizjhw (Taissa)" initials="L(" lastIdx="16" clrIdx="0">
    <p:extLst>
      <p:ext uri="{19B8F6BF-5375-455C-9EA6-DF929625EA0E}">
        <p15:presenceInfo xmlns:p15="http://schemas.microsoft.com/office/powerpoint/2012/main" userId="S-1-5-21-147214757-305610072-1517763936-6117550" providerId="AD"/>
      </p:ext>
    </p:extLst>
  </p:cmAuthor>
  <p:cmAuthor id="2" name="刘洁" initials="刘洁" lastIdx="15" clrIdx="1">
    <p:extLst>
      <p:ext uri="{19B8F6BF-5375-455C-9EA6-DF929625EA0E}">
        <p15:presenceInfo xmlns:p15="http://schemas.microsoft.com/office/powerpoint/2012/main" userId="S-1-5-21-147214757-305610072-1517763936-4785793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0070C0"/>
    <a:srgbClr val="FF0000"/>
    <a:srgbClr val="864411"/>
    <a:srgbClr val="C7000B"/>
    <a:srgbClr val="EBEBEB"/>
    <a:srgbClr val="404040"/>
    <a:srgbClr val="151515"/>
    <a:srgbClr val="F3D2D5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621" autoAdjust="0"/>
    <p:restoredTop sz="95629" autoAdjust="0"/>
  </p:normalViewPr>
  <p:slideViewPr>
    <p:cSldViewPr snapToGrid="0" snapToObjects="1">
      <p:cViewPr varScale="1">
        <p:scale>
          <a:sx n="166" d="100"/>
          <a:sy n="166" d="100"/>
        </p:scale>
        <p:origin x="120" y="16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50" d="100"/>
          <a:sy n="50" d="100"/>
        </p:scale>
        <p:origin x="2616" y="32"/>
      </p:cViewPr>
      <p:guideLst>
        <p:guide orient="horz"/>
        <p:guide pos="2208"/>
      </p:guideLst>
    </p:cSldViewPr>
  </p:notes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4.xml"/><Relationship Id="rId18" Type="http://schemas.openxmlformats.org/officeDocument/2006/relationships/slide" Target="slides/slide9.xml"/><Relationship Id="rId3" Type="http://schemas.openxmlformats.org/officeDocument/2006/relationships/customXml" Target="../customXml/item3.xml"/><Relationship Id="rId21" Type="http://schemas.openxmlformats.org/officeDocument/2006/relationships/commentAuthors" Target="commentAuthor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7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2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6.xml"/><Relationship Id="rId23" Type="http://schemas.openxmlformats.org/officeDocument/2006/relationships/viewProps" Target="viewProps.xml"/><Relationship Id="rId10" Type="http://schemas.openxmlformats.org/officeDocument/2006/relationships/slide" Target="slides/slide1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5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xmlns="" id="{8CC198DB-AFBD-584A-8986-364FF2B03F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Huawei Sans" panose="020C0503030203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AD01315C-523F-A043-8029-B992149712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F71B8-DF2A-2E41-BE66-2E18A767DA8A}" type="datetimeFigureOut">
              <a:rPr lang="en-US" smtClean="0">
                <a:latin typeface="Huawei Sans" panose="020C0503030203020204" pitchFamily="34" charset="0"/>
              </a:rPr>
              <a:t>11/18/2025</a:t>
            </a:fld>
            <a:endParaRPr lang="en-US" dirty="0">
              <a:latin typeface="Huawei Sans" panose="020C0503030203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B9601424-70F4-1643-8E3A-557A0258D6B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829968"/>
            <a:ext cx="3037840" cy="4664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Huawei Sans" panose="020C0503030203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E85BF48A-FF5C-8145-95A7-EE66A87C73D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70938" y="8829968"/>
            <a:ext cx="3037840" cy="4664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F0CC5-85BE-A64A-BD47-54C66F7E93E3}" type="slidenum">
              <a:rPr lang="en-US" smtClean="0">
                <a:latin typeface="Huawei Sans" panose="020C0503030203020204" pitchFamily="34" charset="0"/>
              </a:rPr>
              <a:t>‹#›</a:t>
            </a:fld>
            <a:endParaRPr lang="en-US" dirty="0">
              <a:latin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90952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31838" y="717550"/>
            <a:ext cx="5580062" cy="31257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lvl="0"/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838" y="4310765"/>
            <a:ext cx="5580062" cy="4784070"/>
          </a:xfrm>
          <a:prstGeom prst="rect">
            <a:avLst/>
          </a:prstGeom>
        </p:spPr>
        <p:txBody>
          <a:bodyPr vert="horz" lIns="97200" tIns="45720" rIns="9720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44632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80000" indent="-180000" algn="l" defTabSz="1219304" rtl="0" eaLnBrk="1" fontAlgn="ctr" latinLnBrk="0" hangingPunct="1">
      <a:lnSpc>
        <a:spcPct val="125000"/>
      </a:lnSpc>
      <a:spcAft>
        <a:spcPts val="600"/>
      </a:spcAft>
      <a:buFont typeface="Huawei Sans" panose="020C0503030203020204" pitchFamily="34" charset="0"/>
      <a:buChar char="•"/>
      <a:defRPr lang="en-US" sz="1100" kern="1200" baseline="0">
        <a:solidFill>
          <a:schemeClr val="tx1"/>
        </a:solidFill>
        <a:latin typeface="Huawei Sans" panose="020C0503030203020204" pitchFamily="34" charset="0"/>
        <a:ea typeface="方正兰亭黑简体" panose="02000000000000000000" pitchFamily="2" charset="-122"/>
        <a:cs typeface="+mn-cs"/>
      </a:defRPr>
    </a:lvl1pPr>
    <a:lvl2pPr marL="540000" indent="-180000" algn="l" defTabSz="1219304" rtl="0" eaLnBrk="1" fontAlgn="ctr" latinLnBrk="0" hangingPunct="1">
      <a:lnSpc>
        <a:spcPct val="125000"/>
      </a:lnSpc>
      <a:spcAft>
        <a:spcPts val="600"/>
      </a:spcAft>
      <a:buClrTx/>
      <a:buFont typeface="Huawei Sans" panose="020C0503030203020204" pitchFamily="34" charset="0"/>
      <a:buChar char="▫"/>
      <a:defRPr sz="1100" kern="1200" baseline="0">
        <a:solidFill>
          <a:schemeClr val="tx1"/>
        </a:solidFill>
        <a:latin typeface="Huawei Sans" panose="020C0503030203020204" pitchFamily="34" charset="0"/>
        <a:ea typeface="方正兰亭黑简体" panose="02000000000000000000" pitchFamily="2" charset="-122"/>
        <a:cs typeface="+mn-cs"/>
      </a:defRPr>
    </a:lvl2pPr>
    <a:lvl3pPr marL="900000" indent="-180000" algn="l" defTabSz="1219304" rtl="0" eaLnBrk="1" fontAlgn="ctr" latinLnBrk="0" hangingPunct="1">
      <a:lnSpc>
        <a:spcPct val="125000"/>
      </a:lnSpc>
      <a:spcAft>
        <a:spcPts val="600"/>
      </a:spcAft>
      <a:buFont typeface="微软雅黑" panose="020B0503020204020204" pitchFamily="34" charset="-122"/>
      <a:buChar char="▪"/>
      <a:defRPr sz="1100" kern="1200" baseline="0">
        <a:solidFill>
          <a:schemeClr val="tx1"/>
        </a:solidFill>
        <a:latin typeface="Huawei Sans" panose="020C0503030203020204" pitchFamily="34" charset="0"/>
        <a:ea typeface="方正兰亭黑简体" panose="02000000000000000000" pitchFamily="2" charset="-122"/>
        <a:cs typeface="+mn-cs"/>
      </a:defRPr>
    </a:lvl3pPr>
    <a:lvl4pPr marL="1260000" indent="-180000" algn="l" defTabSz="1219304" rtl="0" eaLnBrk="1" fontAlgn="ctr" latinLnBrk="0" hangingPunct="1">
      <a:lnSpc>
        <a:spcPct val="125000"/>
      </a:lnSpc>
      <a:spcAft>
        <a:spcPts val="600"/>
      </a:spcAft>
      <a:buFont typeface="Huawei Sans" panose="020C0503030203020204" pitchFamily="34" charset="0"/>
      <a:buChar char="−"/>
      <a:defRPr sz="1100" kern="1200" baseline="0">
        <a:solidFill>
          <a:schemeClr val="tx1"/>
        </a:solidFill>
        <a:latin typeface="Huawei Sans" panose="020C0503030203020204" pitchFamily="34" charset="0"/>
        <a:ea typeface="方正兰亭黑简体" panose="02000000000000000000" pitchFamily="2" charset="-122"/>
        <a:cs typeface="+mn-cs"/>
      </a:defRPr>
    </a:lvl4pPr>
    <a:lvl5pPr marL="1620000" indent="-180000" algn="l" defTabSz="1219304" rtl="0" eaLnBrk="1" fontAlgn="ctr" latinLnBrk="0" hangingPunct="1">
      <a:lnSpc>
        <a:spcPct val="125000"/>
      </a:lnSpc>
      <a:spcAft>
        <a:spcPts val="600"/>
      </a:spcAft>
      <a:buFont typeface="Huawei Sans" panose="020C0503030203020204" pitchFamily="34" charset="0"/>
      <a:buChar char="~"/>
      <a:defRPr sz="1100" kern="1200" baseline="0">
        <a:solidFill>
          <a:schemeClr val="tx1"/>
        </a:solidFill>
        <a:latin typeface="Huawei Sans" panose="020C0503030203020204" pitchFamily="34" charset="0"/>
        <a:ea typeface="方正兰亭黑简体" panose="02000000000000000000" pitchFamily="2" charset="-122"/>
        <a:cs typeface="+mn-cs"/>
      </a:defRPr>
    </a:lvl5pPr>
    <a:lvl6pPr marL="3048261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913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566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7219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  <p:extLst mod="1">
    <p:ext uri="{620B2872-D7B9-4A21-9093-7833F8D536E1}">
      <p15:sldGuideLst xmlns:p15="http://schemas.microsoft.com/office/powerpoint/2012/main">
        <p15:guide id="2" orient="horz" pos="2704" userDrawn="1">
          <p15:clr>
            <a:srgbClr val="F26B43"/>
          </p15:clr>
        </p15:guide>
        <p15:guide id="3" orient="horz" pos="459" userDrawn="1">
          <p15:clr>
            <a:srgbClr val="F26B43"/>
          </p15:clr>
        </p15:guide>
        <p15:guide id="4" orient="horz" pos="2432" userDrawn="1">
          <p15:clr>
            <a:srgbClr val="F26B43"/>
          </p15:clr>
        </p15:guide>
        <p15:guide id="7" pos="461" userDrawn="1">
          <p15:clr>
            <a:srgbClr val="F26B43"/>
          </p15:clr>
        </p15:guide>
        <p15:guide id="9" pos="2207" userDrawn="1">
          <p15:clr>
            <a:srgbClr val="F26B43"/>
          </p15:clr>
        </p15:guide>
        <p15:guide id="10" pos="3976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幻灯片图像占位符 16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18" name="备注占位符 1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59770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139175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203036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127822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56858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8044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914807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71255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34349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6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6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6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6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6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#总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1"/>
            <a:ext cx="12192000" cy="5602224"/>
          </a:xfrm>
          <a:prstGeom prst="rect">
            <a:avLst/>
          </a:prstGeom>
          <a:ln>
            <a:noFill/>
            <a:prstDash val="dash"/>
          </a:ln>
        </p:spPr>
      </p:pic>
      <p:sp>
        <p:nvSpPr>
          <p:cNvPr id="8" name="L 形 7"/>
          <p:cNvSpPr/>
          <p:nvPr userDrawn="1"/>
        </p:nvSpPr>
        <p:spPr>
          <a:xfrm rot="16200000" flipH="1">
            <a:off x="6634196" y="2578036"/>
            <a:ext cx="701032" cy="71765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 baseline="0">
              <a:latin typeface="Huawei Sans" panose="020C0503030203020204" pitchFamily="34" charset="0"/>
              <a:ea typeface="方正兰亭黑简体" panose="02000000000000000000" pitchFamily="2" charset="-122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xmlns="" id="{8227DEE9-8BE9-0D49-BF96-9E83C5312E0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6560" y="907092"/>
            <a:ext cx="812583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>
              <a:defRPr lang="en-US" sz="3200" b="0" i="0" baseline="0" dirty="0"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pPr lvl="0" defTabSz="914034">
              <a:lnSpc>
                <a:spcPts val="3439"/>
              </a:lnSpc>
            </a:pPr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xmlns="" id="{2F43DA98-D48D-6947-95EF-BA3B05E688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6561" y="1949372"/>
            <a:ext cx="8125840" cy="643926"/>
          </a:xfrm>
        </p:spPr>
        <p:txBody>
          <a:bodyPr vert="horz" lIns="0" tIns="0" rIns="0" bIns="0" rtlCol="0">
            <a:noAutofit/>
          </a:bodyPr>
          <a:lstStyle>
            <a:lvl1pPr marL="228600" indent="-228600">
              <a:buNone/>
              <a:defRPr lang="en-US" sz="1400" baseline="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</a:pPr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8390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#修订记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Group 3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55470206"/>
              </p:ext>
            </p:extLst>
          </p:nvPr>
        </p:nvGraphicFramePr>
        <p:xfrm>
          <a:off x="1007140" y="1398424"/>
          <a:ext cx="10194260" cy="1082675"/>
        </p:xfrm>
        <a:graphic>
          <a:graphicData uri="http://schemas.openxmlformats.org/drawingml/2006/table">
            <a:tbl>
              <a:tblPr/>
              <a:tblGrid>
                <a:gridCol w="311903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96745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02315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084624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577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课程编码</a:t>
                      </a:r>
                    </a:p>
                  </a:txBody>
                  <a:tcPr marL="102659" marR="102659" marT="40053" marB="40053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适用产品</a:t>
                      </a: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产品版本</a:t>
                      </a: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课程版本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graphicFrame>
        <p:nvGraphicFramePr>
          <p:cNvPr id="4" name="Group 21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782951008"/>
              </p:ext>
            </p:extLst>
          </p:nvPr>
        </p:nvGraphicFramePr>
        <p:xfrm>
          <a:off x="1007140" y="2920836"/>
          <a:ext cx="10177327" cy="3038475"/>
        </p:xfrm>
        <a:graphic>
          <a:graphicData uri="http://schemas.openxmlformats.org/drawingml/2006/table">
            <a:tbl>
              <a:tblPr/>
              <a:tblGrid>
                <a:gridCol w="311903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96745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02315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067692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577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作者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/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工号</a:t>
                      </a:r>
                    </a:p>
                  </a:txBody>
                  <a:tcPr marL="102659" marR="102659" marT="40053" marB="40053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时间</a:t>
                      </a: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审核人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/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工号</a:t>
                      </a: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新开发/优化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5" name="文本占位符 7"/>
          <p:cNvSpPr>
            <a:spLocks noGrp="1"/>
          </p:cNvSpPr>
          <p:nvPr>
            <p:ph type="body" sz="quarter" idx="17" hasCustomPrompt="1"/>
          </p:nvPr>
        </p:nvSpPr>
        <p:spPr>
          <a:xfrm>
            <a:off x="1007139" y="1969626"/>
            <a:ext cx="3119030" cy="504887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课程编码</a:t>
            </a:r>
          </a:p>
        </p:txBody>
      </p:sp>
      <p:sp>
        <p:nvSpPr>
          <p:cNvPr id="6" name="文本占位符 7"/>
          <p:cNvSpPr>
            <a:spLocks noGrp="1"/>
          </p:cNvSpPr>
          <p:nvPr>
            <p:ph type="body" sz="quarter" idx="18" hasCustomPrompt="1"/>
          </p:nvPr>
        </p:nvSpPr>
        <p:spPr>
          <a:xfrm>
            <a:off x="4126170" y="1969626"/>
            <a:ext cx="1967450" cy="504887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适用的产品</a:t>
            </a:r>
          </a:p>
        </p:txBody>
      </p:sp>
      <p:sp>
        <p:nvSpPr>
          <p:cNvPr id="7" name="文本占位符 7"/>
          <p:cNvSpPr>
            <a:spLocks noGrp="1"/>
          </p:cNvSpPr>
          <p:nvPr>
            <p:ph type="body" sz="quarter" idx="19" hasCustomPrompt="1"/>
          </p:nvPr>
        </p:nvSpPr>
        <p:spPr>
          <a:xfrm>
            <a:off x="6093619" y="1969626"/>
            <a:ext cx="3023155" cy="504887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/>
              <a:t>V5R2</a:t>
            </a:r>
            <a:endParaRPr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20" hasCustomPrompt="1"/>
          </p:nvPr>
        </p:nvSpPr>
        <p:spPr>
          <a:xfrm>
            <a:off x="9116775" y="1969626"/>
            <a:ext cx="2084625" cy="504887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/>
              <a:t>V1R1</a:t>
            </a:r>
            <a:endParaRPr lang="zh-CN" altLang="en-US" dirty="0"/>
          </a:p>
        </p:txBody>
      </p:sp>
      <p:sp>
        <p:nvSpPr>
          <p:cNvPr id="9" name="文本占位符 7"/>
          <p:cNvSpPr>
            <a:spLocks noGrp="1"/>
          </p:cNvSpPr>
          <p:nvPr>
            <p:ph type="body" sz="quarter" idx="13" hasCustomPrompt="1"/>
          </p:nvPr>
        </p:nvSpPr>
        <p:spPr>
          <a:xfrm>
            <a:off x="1007042" y="3517796"/>
            <a:ext cx="3119128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10" name="文本占位符 7"/>
          <p:cNvSpPr>
            <a:spLocks noGrp="1"/>
          </p:cNvSpPr>
          <p:nvPr>
            <p:ph type="body" sz="quarter" idx="14" hasCustomPrompt="1"/>
          </p:nvPr>
        </p:nvSpPr>
        <p:spPr>
          <a:xfrm>
            <a:off x="4126170" y="3517796"/>
            <a:ext cx="1967450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/>
              <a:t>2019.01.25</a:t>
            </a:r>
            <a:endParaRPr lang="zh-CN" altLang="en-US" dirty="0"/>
          </a:p>
        </p:txBody>
      </p:sp>
      <p:sp>
        <p:nvSpPr>
          <p:cNvPr id="11" name="文本占位符 7"/>
          <p:cNvSpPr>
            <a:spLocks noGrp="1"/>
          </p:cNvSpPr>
          <p:nvPr>
            <p:ph type="body" sz="quarter" idx="15" hasCustomPrompt="1"/>
          </p:nvPr>
        </p:nvSpPr>
        <p:spPr>
          <a:xfrm>
            <a:off x="6093619" y="3517796"/>
            <a:ext cx="3023155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12" name="文本占位符 7"/>
          <p:cNvSpPr>
            <a:spLocks noGrp="1"/>
          </p:cNvSpPr>
          <p:nvPr>
            <p:ph type="body" sz="quarter" idx="16" hasCustomPrompt="1"/>
          </p:nvPr>
        </p:nvSpPr>
        <p:spPr>
          <a:xfrm>
            <a:off x="9116775" y="3481792"/>
            <a:ext cx="2056050" cy="504056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新开发</a:t>
            </a:r>
          </a:p>
        </p:txBody>
      </p:sp>
      <p:sp>
        <p:nvSpPr>
          <p:cNvPr id="13" name="Rectangle 2"/>
          <p:cNvSpPr>
            <a:spLocks noChangeArrowheads="1"/>
          </p:cNvSpPr>
          <p:nvPr userDrawn="1"/>
        </p:nvSpPr>
        <p:spPr bwMode="auto">
          <a:xfrm>
            <a:off x="952130" y="368661"/>
            <a:ext cx="2802144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8227" tIns="39112" rIns="78227" bIns="39112" anchor="ctr"/>
          <a:lstStyle/>
          <a:p>
            <a:pPr algn="l" defTabSz="1001223" rtl="0" eaLnBrk="0" fontAlgn="ctr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3499" b="0" kern="120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修订记录</a:t>
            </a:r>
          </a:p>
        </p:txBody>
      </p:sp>
      <p:sp>
        <p:nvSpPr>
          <p:cNvPr id="14" name="Text Box 58"/>
          <p:cNvSpPr txBox="1">
            <a:spLocks noChangeArrowheads="1"/>
          </p:cNvSpPr>
          <p:nvPr userDrawn="1"/>
        </p:nvSpPr>
        <p:spPr bwMode="auto">
          <a:xfrm>
            <a:off x="8900835" y="296652"/>
            <a:ext cx="2771225" cy="70788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fontAlgn="ctr">
              <a:spcBef>
                <a:spcPct val="50000"/>
              </a:spcBef>
            </a:pPr>
            <a:r>
              <a:rPr lang="zh-CN" altLang="en-US" sz="3998" i="0" baseline="0" dirty="0">
                <a:solidFill>
                  <a:srgbClr val="40404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本页不打印</a:t>
            </a:r>
          </a:p>
        </p:txBody>
      </p:sp>
      <p:sp>
        <p:nvSpPr>
          <p:cNvPr id="15" name="文本占位符 7"/>
          <p:cNvSpPr>
            <a:spLocks noGrp="1"/>
          </p:cNvSpPr>
          <p:nvPr>
            <p:ph type="body" sz="quarter" idx="21" hasCustomPrompt="1"/>
          </p:nvPr>
        </p:nvSpPr>
        <p:spPr>
          <a:xfrm>
            <a:off x="1007042" y="4021852"/>
            <a:ext cx="3119128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16" name="文本占位符 7"/>
          <p:cNvSpPr>
            <a:spLocks noGrp="1"/>
          </p:cNvSpPr>
          <p:nvPr>
            <p:ph type="body" sz="quarter" idx="22" hasCustomPrompt="1"/>
          </p:nvPr>
        </p:nvSpPr>
        <p:spPr>
          <a:xfrm>
            <a:off x="4126170" y="4021852"/>
            <a:ext cx="1967450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/>
              <a:t>2019.01.25</a:t>
            </a:r>
            <a:endParaRPr lang="zh-CN" altLang="en-US" dirty="0"/>
          </a:p>
        </p:txBody>
      </p:sp>
      <p:sp>
        <p:nvSpPr>
          <p:cNvPr id="17" name="文本占位符 7"/>
          <p:cNvSpPr>
            <a:spLocks noGrp="1"/>
          </p:cNvSpPr>
          <p:nvPr>
            <p:ph type="body" sz="quarter" idx="23" hasCustomPrompt="1"/>
          </p:nvPr>
        </p:nvSpPr>
        <p:spPr>
          <a:xfrm>
            <a:off x="6093619" y="4021852"/>
            <a:ext cx="3023155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18" name="文本占位符 7"/>
          <p:cNvSpPr>
            <a:spLocks noGrp="1"/>
          </p:cNvSpPr>
          <p:nvPr>
            <p:ph type="body" sz="quarter" idx="24" hasCustomPrompt="1"/>
          </p:nvPr>
        </p:nvSpPr>
        <p:spPr>
          <a:xfrm>
            <a:off x="9116775" y="3985848"/>
            <a:ext cx="2084625" cy="504056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优化</a:t>
            </a:r>
          </a:p>
        </p:txBody>
      </p:sp>
      <p:sp>
        <p:nvSpPr>
          <p:cNvPr id="19" name="文本占位符 7"/>
          <p:cNvSpPr>
            <a:spLocks noGrp="1"/>
          </p:cNvSpPr>
          <p:nvPr>
            <p:ph type="body" sz="quarter" idx="25" hasCustomPrompt="1"/>
          </p:nvPr>
        </p:nvSpPr>
        <p:spPr>
          <a:xfrm>
            <a:off x="1007042" y="4489904"/>
            <a:ext cx="3119128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20" name="文本占位符 7"/>
          <p:cNvSpPr>
            <a:spLocks noGrp="1"/>
          </p:cNvSpPr>
          <p:nvPr>
            <p:ph type="body" sz="quarter" idx="26" hasCustomPrompt="1"/>
          </p:nvPr>
        </p:nvSpPr>
        <p:spPr>
          <a:xfrm>
            <a:off x="4126170" y="4489904"/>
            <a:ext cx="1967450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/>
              <a:t>2019.01.25</a:t>
            </a:r>
            <a:endParaRPr lang="zh-CN" altLang="en-US" dirty="0"/>
          </a:p>
        </p:txBody>
      </p:sp>
      <p:sp>
        <p:nvSpPr>
          <p:cNvPr id="21" name="文本占位符 7"/>
          <p:cNvSpPr>
            <a:spLocks noGrp="1"/>
          </p:cNvSpPr>
          <p:nvPr>
            <p:ph type="body" sz="quarter" idx="27" hasCustomPrompt="1"/>
          </p:nvPr>
        </p:nvSpPr>
        <p:spPr>
          <a:xfrm>
            <a:off x="6093619" y="4489904"/>
            <a:ext cx="3023155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22" name="文本占位符 7"/>
          <p:cNvSpPr>
            <a:spLocks noGrp="1"/>
          </p:cNvSpPr>
          <p:nvPr>
            <p:ph type="body" sz="quarter" idx="28" hasCustomPrompt="1"/>
          </p:nvPr>
        </p:nvSpPr>
        <p:spPr>
          <a:xfrm>
            <a:off x="9116775" y="4489904"/>
            <a:ext cx="2056050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优化</a:t>
            </a:r>
          </a:p>
        </p:txBody>
      </p:sp>
      <p:sp>
        <p:nvSpPr>
          <p:cNvPr id="23" name="文本占位符 7"/>
          <p:cNvSpPr>
            <a:spLocks noGrp="1"/>
          </p:cNvSpPr>
          <p:nvPr>
            <p:ph type="body" sz="quarter" idx="29" hasCustomPrompt="1"/>
          </p:nvPr>
        </p:nvSpPr>
        <p:spPr>
          <a:xfrm>
            <a:off x="1007042" y="5029964"/>
            <a:ext cx="3119128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24" name="文本占位符 7"/>
          <p:cNvSpPr>
            <a:spLocks noGrp="1"/>
          </p:cNvSpPr>
          <p:nvPr>
            <p:ph type="body" sz="quarter" idx="30" hasCustomPrompt="1"/>
          </p:nvPr>
        </p:nvSpPr>
        <p:spPr>
          <a:xfrm>
            <a:off x="4126170" y="5029964"/>
            <a:ext cx="1967450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/>
              <a:t>2019.01.25</a:t>
            </a:r>
            <a:endParaRPr lang="zh-CN" altLang="en-US" dirty="0"/>
          </a:p>
        </p:txBody>
      </p:sp>
      <p:sp>
        <p:nvSpPr>
          <p:cNvPr id="25" name="文本占位符 7"/>
          <p:cNvSpPr>
            <a:spLocks noGrp="1"/>
          </p:cNvSpPr>
          <p:nvPr>
            <p:ph type="body" sz="quarter" idx="31" hasCustomPrompt="1"/>
          </p:nvPr>
        </p:nvSpPr>
        <p:spPr>
          <a:xfrm>
            <a:off x="6093619" y="5029964"/>
            <a:ext cx="3023155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26" name="文本占位符 7"/>
          <p:cNvSpPr>
            <a:spLocks noGrp="1"/>
          </p:cNvSpPr>
          <p:nvPr>
            <p:ph type="body" sz="quarter" idx="32" hasCustomPrompt="1"/>
          </p:nvPr>
        </p:nvSpPr>
        <p:spPr>
          <a:xfrm>
            <a:off x="9116775" y="5029964"/>
            <a:ext cx="2084625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优化</a:t>
            </a:r>
          </a:p>
        </p:txBody>
      </p:sp>
      <p:sp>
        <p:nvSpPr>
          <p:cNvPr id="27" name="文本占位符 7"/>
          <p:cNvSpPr>
            <a:spLocks noGrp="1"/>
          </p:cNvSpPr>
          <p:nvPr>
            <p:ph type="body" sz="quarter" idx="33" hasCustomPrompt="1"/>
          </p:nvPr>
        </p:nvSpPr>
        <p:spPr>
          <a:xfrm>
            <a:off x="1007042" y="5498016"/>
            <a:ext cx="3119128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28" name="文本占位符 7"/>
          <p:cNvSpPr>
            <a:spLocks noGrp="1"/>
          </p:cNvSpPr>
          <p:nvPr>
            <p:ph type="body" sz="quarter" idx="34" hasCustomPrompt="1"/>
          </p:nvPr>
        </p:nvSpPr>
        <p:spPr>
          <a:xfrm>
            <a:off x="4126170" y="5498016"/>
            <a:ext cx="1967450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/>
              <a:t>2019.01.25</a:t>
            </a:r>
            <a:endParaRPr lang="zh-CN" altLang="en-US" dirty="0"/>
          </a:p>
        </p:txBody>
      </p:sp>
      <p:sp>
        <p:nvSpPr>
          <p:cNvPr id="29" name="文本占位符 7"/>
          <p:cNvSpPr>
            <a:spLocks noGrp="1"/>
          </p:cNvSpPr>
          <p:nvPr>
            <p:ph type="body" sz="quarter" idx="35" hasCustomPrompt="1"/>
          </p:nvPr>
        </p:nvSpPr>
        <p:spPr>
          <a:xfrm>
            <a:off x="6093619" y="5498016"/>
            <a:ext cx="3023155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30" name="文本占位符 7"/>
          <p:cNvSpPr>
            <a:spLocks noGrp="1"/>
          </p:cNvSpPr>
          <p:nvPr>
            <p:ph type="body" sz="quarter" idx="36" hasCustomPrompt="1"/>
          </p:nvPr>
        </p:nvSpPr>
        <p:spPr>
          <a:xfrm>
            <a:off x="9116775" y="5498016"/>
            <a:ext cx="2084625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优化</a:t>
            </a:r>
          </a:p>
        </p:txBody>
      </p:sp>
    </p:spTree>
    <p:extLst>
      <p:ext uri="{BB962C8B-B14F-4D97-AF65-F5344CB8AC3E}">
        <p14:creationId xmlns:p14="http://schemas.microsoft.com/office/powerpoint/2010/main" val="3897983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#前言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1019174" y="1844675"/>
            <a:ext cx="10153651" cy="4082668"/>
          </a:xfrm>
          <a:prstGeom prst="rect">
            <a:avLst/>
          </a:prstGeom>
        </p:spPr>
        <p:txBody>
          <a:bodyPr/>
          <a:lstStyle>
            <a:lvl1pPr marL="302279" indent="-302279" algn="just" fontAlgn="ctr">
              <a:buClrTx/>
              <a:buSzPct val="50000"/>
              <a:buFont typeface="Wingdings" panose="05000000000000000000" pitchFamily="2" charset="2"/>
              <a:buChar char="l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654938" indent="-251899" fontAlgn="ctr">
              <a:buClrTx/>
              <a:buSzPct val="50000"/>
              <a:buFont typeface="Wingdings" panose="05000000000000000000" pitchFamily="2" charset="2"/>
              <a:buChar char="p"/>
              <a:defRPr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2pPr>
            <a:lvl3pPr marL="1003998" indent="-201519" fontAlgn="ctr">
              <a:buSzPct val="50000"/>
              <a:buFont typeface="Wingdings" panose="05000000000000000000" pitchFamily="2" charset="2"/>
              <a:buChar char="n"/>
              <a:defRPr lang="zh-CN" altLang="en-US" baseline="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3pPr>
            <a:lvl4pPr fontAlgn="ctr"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4pPr>
            <a:lvl5pPr marL="1802879" indent="-201519" fontAlgn="ctr">
              <a:buClrTx/>
              <a:buFont typeface="Huawei Sans" panose="020C0503030203020204" pitchFamily="34" charset="0"/>
              <a:buChar char="~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5pPr>
          </a:lstStyle>
          <a:p>
            <a:pPr eaLnBrk="1" hangingPunct="1"/>
            <a:r>
              <a:rPr lang="zh-CN" altLang="en-US" dirty="0"/>
              <a:t>本章主要讲述</a:t>
            </a:r>
            <a:r>
              <a:rPr lang="en-US" altLang="zh-CN" dirty="0"/>
              <a:t>...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  <a:p>
            <a:pPr eaLnBrk="1" hangingPunct="1"/>
            <a:endParaRPr lang="en-US" altLang="zh-CN" dirty="0"/>
          </a:p>
        </p:txBody>
      </p:sp>
      <p:cxnSp>
        <p:nvCxnSpPr>
          <p:cNvPr id="14" name="直线连接符 14">
            <a:extLst>
              <a:ext uri="{FF2B5EF4-FFF2-40B4-BE49-F238E27FC236}">
                <a16:creationId xmlns:a16="http://schemas.microsoft.com/office/drawing/2014/main" xmlns="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8" y="1349255"/>
            <a:ext cx="885967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文本框 16">
            <a:extLst>
              <a:ext uri="{FF2B5EF4-FFF2-40B4-BE49-F238E27FC236}">
                <a16:creationId xmlns:a16="http://schemas.microsoft.com/office/drawing/2014/main" xmlns="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1117614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6" baseline="0" dirty="0">
                <a:solidFill>
                  <a:srgbClr val="40404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Microsoft YaHei" charset="-122"/>
              </a:rPr>
              <a:t>前言</a:t>
            </a:r>
          </a:p>
        </p:txBody>
      </p:sp>
    </p:spTree>
    <p:extLst>
      <p:ext uri="{BB962C8B-B14F-4D97-AF65-F5344CB8AC3E}">
        <p14:creationId xmlns:p14="http://schemas.microsoft.com/office/powerpoint/2010/main" val="499053660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642" userDrawn="1">
          <p15:clr>
            <a:srgbClr val="FBAE40"/>
          </p15:clr>
        </p15:guide>
        <p15:guide id="2" pos="7038" userDrawn="1">
          <p15:clr>
            <a:srgbClr val="FBAE40"/>
          </p15:clr>
        </p15:guide>
        <p15:guide id="3" orient="horz" pos="1162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#目标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1019174" y="1844675"/>
            <a:ext cx="10153651" cy="4082668"/>
          </a:xfrm>
          <a:prstGeom prst="rect">
            <a:avLst/>
          </a:prstGeom>
        </p:spPr>
        <p:txBody>
          <a:bodyPr/>
          <a:lstStyle>
            <a:lvl1pPr marL="302279" indent="-302279" algn="just" eaLnBrk="1" fontAlgn="ctr" hangingPunct="1">
              <a:buClrTx/>
              <a:buSzPct val="50000"/>
              <a:buFont typeface="Wingdings" panose="05000000000000000000" pitchFamily="2" charset="2"/>
              <a:buChar char="l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654938" indent="-251899" fontAlgn="ctr">
              <a:buClrTx/>
              <a:buSzPct val="50000"/>
              <a:buFont typeface="Wingdings" panose="05000000000000000000" pitchFamily="2" charset="2"/>
              <a:buChar char="p"/>
              <a:defRPr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2pPr>
            <a:lvl3pPr marL="1003998" indent="-201519" fontAlgn="ctr">
              <a:buSzPct val="50000"/>
              <a:buFont typeface="Wingdings" panose="05000000000000000000" pitchFamily="2" charset="2"/>
              <a:buChar char="n"/>
              <a:defRPr lang="zh-CN" altLang="en-US" baseline="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3pPr>
            <a:lvl4pPr fontAlgn="ctr"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4pPr>
            <a:lvl5pPr marL="1802879" indent="-201519" fontAlgn="ctr">
              <a:buClrTx/>
              <a:buFont typeface="Huawei Sans" panose="020C0503030203020204" pitchFamily="34" charset="0"/>
              <a:buChar char="~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5pPr>
          </a:lstStyle>
          <a:p>
            <a:pPr eaLnBrk="1" hangingPunct="1"/>
            <a:r>
              <a:rPr lang="zh-CN" altLang="en-US" dirty="0"/>
              <a:t>学完本课程后，您将能够：</a:t>
            </a:r>
            <a:endParaRPr lang="en-US" altLang="zh-CN" dirty="0"/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  <a:p>
            <a:pPr eaLnBrk="1" hangingPunct="1"/>
            <a:endParaRPr lang="en-US" altLang="zh-CN" dirty="0"/>
          </a:p>
        </p:txBody>
      </p:sp>
      <p:cxnSp>
        <p:nvCxnSpPr>
          <p:cNvPr id="14" name="直线连接符 14">
            <a:extLst>
              <a:ext uri="{FF2B5EF4-FFF2-40B4-BE49-F238E27FC236}">
                <a16:creationId xmlns:a16="http://schemas.microsoft.com/office/drawing/2014/main" xmlns="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8" y="1349255"/>
            <a:ext cx="885967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文本框 16">
            <a:extLst>
              <a:ext uri="{FF2B5EF4-FFF2-40B4-BE49-F238E27FC236}">
                <a16:creationId xmlns:a16="http://schemas.microsoft.com/office/drawing/2014/main" xmlns="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1120820" cy="6524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001223" eaLnBrk="0" fontAlgn="ctr" hangingPunct="0"/>
            <a:r>
              <a:rPr lang="zh-CN" altLang="en-US" sz="3640" b="0" baseline="0" dirty="0">
                <a:solidFill>
                  <a:srgbClr val="40404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目标</a:t>
            </a:r>
            <a:endParaRPr lang="en-US" altLang="zh-CN" sz="3640" b="0" baseline="0" dirty="0">
              <a:solidFill>
                <a:srgbClr val="404040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511649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642">
          <p15:clr>
            <a:srgbClr val="FBAE40"/>
          </p15:clr>
        </p15:guide>
        <p15:guide id="2" pos="7038">
          <p15:clr>
            <a:srgbClr val="FBAE40"/>
          </p15:clr>
        </p15:guide>
        <p15:guide id="3" orient="horz" pos="1162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5#目录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1019175" y="1844675"/>
            <a:ext cx="10153650" cy="4068811"/>
          </a:xfrm>
          <a:prstGeom prst="rect">
            <a:avLst/>
          </a:prstGeom>
        </p:spPr>
        <p:txBody>
          <a:bodyPr/>
          <a:lstStyle>
            <a:lvl1pPr marL="457017" marR="0" indent="-457017" algn="just" defTabSz="801367" rtl="0" eaLnBrk="1" fontAlgn="ctr" latinLnBrk="0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lrTx/>
              <a:buSzPct val="100000"/>
              <a:buFont typeface="+mj-lt"/>
              <a:buAutoNum type="arabicPeriod"/>
              <a:tabLst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fontAlgn="ctr">
              <a:buClrTx/>
              <a:buSzPct val="100000"/>
              <a:buFont typeface="Huawei Sans" panose="020C0503030203020204" pitchFamily="34" charset="0"/>
              <a:buChar char="▫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2pPr>
            <a:lvl3pPr>
              <a:defRPr/>
            </a:lvl3pPr>
            <a:lvl5pPr>
              <a:buNone/>
              <a:defRPr/>
            </a:lvl5pPr>
          </a:lstStyle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一级目录一</a:t>
            </a:r>
            <a:endParaRPr lang="en-US" altLang="zh-CN" dirty="0"/>
          </a:p>
          <a:p>
            <a:pPr marL="653788" lvl="1" indent="-457017">
              <a:buSzPct val="100000"/>
              <a:buFont typeface="+mj-lt"/>
              <a:buAutoNum type="arabicPeriod"/>
            </a:pPr>
            <a:endParaRPr lang="en-US" altLang="zh-CN" dirty="0"/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一级目录二</a:t>
            </a:r>
            <a:endParaRPr lang="en-US" altLang="zh-CN" dirty="0"/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一级目录三</a:t>
            </a:r>
            <a:endParaRPr lang="en-US" altLang="zh-CN" dirty="0"/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一级目录四</a:t>
            </a:r>
            <a:endParaRPr lang="en-US" altLang="zh-CN" dirty="0"/>
          </a:p>
          <a:p>
            <a:endParaRPr lang="zh-CN" altLang="en-US" dirty="0"/>
          </a:p>
        </p:txBody>
      </p:sp>
      <p:cxnSp>
        <p:nvCxnSpPr>
          <p:cNvPr id="28" name="直线连接符 14">
            <a:extLst>
              <a:ext uri="{FF2B5EF4-FFF2-40B4-BE49-F238E27FC236}">
                <a16:creationId xmlns:a16="http://schemas.microsoft.com/office/drawing/2014/main" xmlns="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8" y="1349255"/>
            <a:ext cx="885967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文本框 16">
            <a:extLst>
              <a:ext uri="{FF2B5EF4-FFF2-40B4-BE49-F238E27FC236}">
                <a16:creationId xmlns:a16="http://schemas.microsoft.com/office/drawing/2014/main" xmlns="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1147485" cy="6535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defTabSz="1001223" eaLnBrk="0" fontAlgn="ctr" hangingPunct="0">
              <a:defRPr sz="364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>
                <a:solidFill>
                  <a:srgbClr val="404040"/>
                </a:solidFill>
              </a:rPr>
              <a:t>目录</a:t>
            </a:r>
          </a:p>
        </p:txBody>
      </p:sp>
    </p:spTree>
    <p:extLst>
      <p:ext uri="{BB962C8B-B14F-4D97-AF65-F5344CB8AC3E}">
        <p14:creationId xmlns:p14="http://schemas.microsoft.com/office/powerpoint/2010/main" val="959299838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642" userDrawn="1">
          <p15:clr>
            <a:srgbClr val="FBAE40"/>
          </p15:clr>
        </p15:guide>
        <p15:guide id="2" pos="7038" userDrawn="1">
          <p15:clr>
            <a:srgbClr val="FBAE40"/>
          </p15:clr>
        </p15:guide>
        <p15:guide id="3" orient="horz" pos="1162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6#本节概述和学习目标(可选)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占位符 6"/>
          <p:cNvSpPr>
            <a:spLocks noGrp="1"/>
          </p:cNvSpPr>
          <p:nvPr>
            <p:ph type="body" sz="quarter" idx="10"/>
          </p:nvPr>
        </p:nvSpPr>
        <p:spPr>
          <a:xfrm>
            <a:off x="1019174" y="1844675"/>
            <a:ext cx="10153651" cy="4082668"/>
          </a:xfrm>
          <a:prstGeom prst="rect">
            <a:avLst/>
          </a:prstGeom>
        </p:spPr>
        <p:txBody>
          <a:bodyPr/>
          <a:lstStyle>
            <a:lvl1pPr marL="302279" indent="-302279" algn="just" fontAlgn="ctr">
              <a:buClrTx/>
              <a:buSzPct val="50000"/>
              <a:buFont typeface="Wingdings" panose="05000000000000000000" pitchFamily="2" charset="2"/>
              <a:buChar char="l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654938" indent="-251899" fontAlgn="ctr">
              <a:buClrTx/>
              <a:buSzPct val="50000"/>
              <a:buFont typeface="Wingdings" panose="05000000000000000000" pitchFamily="2" charset="2"/>
              <a:buChar char="p"/>
              <a:defRPr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2pPr>
            <a:lvl3pPr marL="1003998" indent="-201519" fontAlgn="ctr">
              <a:buSzPct val="50000"/>
              <a:buFont typeface="Wingdings" panose="05000000000000000000" pitchFamily="2" charset="2"/>
              <a:buChar char="n"/>
              <a:defRPr lang="zh-CN" altLang="en-US" baseline="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3pPr>
            <a:lvl4pPr fontAlgn="ctr"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4pPr>
            <a:lvl5pPr marL="1802879" indent="-201519" fontAlgn="ctr">
              <a:buClrTx/>
              <a:buFont typeface="Huawei Sans" panose="020C0503030203020204" pitchFamily="34" charset="0"/>
              <a:buChar char="~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  <a:p>
            <a:pPr eaLnBrk="1" hangingPunct="1"/>
            <a:endParaRPr lang="en-US" altLang="zh-CN" dirty="0"/>
          </a:p>
        </p:txBody>
      </p:sp>
      <p:cxnSp>
        <p:nvCxnSpPr>
          <p:cNvPr id="14" name="直线连接符 14">
            <a:extLst>
              <a:ext uri="{FF2B5EF4-FFF2-40B4-BE49-F238E27FC236}">
                <a16:creationId xmlns:a16="http://schemas.microsoft.com/office/drawing/2014/main" xmlns="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7" y="1349255"/>
            <a:ext cx="4140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文本框 16">
            <a:extLst>
              <a:ext uri="{FF2B5EF4-FFF2-40B4-BE49-F238E27FC236}">
                <a16:creationId xmlns:a16="http://schemas.microsoft.com/office/drawing/2014/main" xmlns="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4397358" cy="6524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001223" eaLnBrk="0" fontAlgn="ctr" hangingPunct="0"/>
            <a:r>
              <a:rPr lang="zh-CN" altLang="en-US" sz="3640" b="0" baseline="0" dirty="0">
                <a:solidFill>
                  <a:srgbClr val="40404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本节概述和学习目标</a:t>
            </a:r>
          </a:p>
        </p:txBody>
      </p:sp>
    </p:spTree>
    <p:extLst>
      <p:ext uri="{BB962C8B-B14F-4D97-AF65-F5344CB8AC3E}">
        <p14:creationId xmlns:p14="http://schemas.microsoft.com/office/powerpoint/2010/main" val="2528024743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642">
          <p15:clr>
            <a:srgbClr val="FBAE40"/>
          </p15:clr>
        </p15:guide>
        <p15:guide id="2" pos="7038">
          <p15:clr>
            <a:srgbClr val="FBAE40"/>
          </p15:clr>
        </p15:guide>
        <p15:guide id="3" orient="horz" pos="1162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0#思考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1019176" y="1844675"/>
            <a:ext cx="10153650" cy="4068812"/>
          </a:xfrm>
          <a:prstGeom prst="rect">
            <a:avLst/>
          </a:prstGeom>
        </p:spPr>
        <p:txBody>
          <a:bodyPr/>
          <a:lstStyle>
            <a:lvl1pPr marL="457200" marR="0" indent="-457200" algn="just" defTabSz="801688" rtl="0" eaLnBrk="1" fontAlgn="ctr" latinLnBrk="0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+mj-lt"/>
              <a:buAutoNum type="arabicPeriod"/>
              <a:tabLst/>
              <a:defRPr sz="2000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744537" indent="-342900" algn="just" fontAlgn="ctr">
              <a:buSzPct val="100000"/>
              <a:buFont typeface="+mj-lt"/>
              <a:buAutoNum type="alphaUcPeriod"/>
              <a:defRPr sz="1800" baseline="0">
                <a:latin typeface="Huawei Sans" panose="020C0503030203020204" pitchFamily="34" charset="0"/>
              </a:defRPr>
            </a:lvl2pPr>
            <a:lvl3pPr>
              <a:defRPr/>
            </a:lvl3pPr>
            <a:lvl5pPr>
              <a:buNone/>
              <a:defRPr/>
            </a:lvl5pPr>
          </a:lstStyle>
          <a:p>
            <a:r>
              <a:rPr lang="zh-CN" altLang="en-US" dirty="0"/>
              <a:t>此版式用于思考题</a:t>
            </a:r>
            <a:r>
              <a:rPr lang="en-US" altLang="zh-CN" dirty="0"/>
              <a:t>-201501</a:t>
            </a:r>
            <a:r>
              <a:rPr lang="zh-CN" altLang="en-US" dirty="0"/>
              <a:t>具体格式（序号格式需以模板展示）</a:t>
            </a:r>
            <a:endParaRPr lang="en-US" altLang="zh-CN" dirty="0"/>
          </a:p>
          <a:p>
            <a:pPr lvl="1"/>
            <a:endParaRPr lang="en-US" altLang="zh-CN" dirty="0"/>
          </a:p>
        </p:txBody>
      </p:sp>
      <p:cxnSp>
        <p:nvCxnSpPr>
          <p:cNvPr id="24" name="直线连接符 14">
            <a:extLst>
              <a:ext uri="{FF2B5EF4-FFF2-40B4-BE49-F238E27FC236}">
                <a16:creationId xmlns:a16="http://schemas.microsoft.com/office/drawing/2014/main" xmlns="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7" y="1349255"/>
            <a:ext cx="1368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文本框 16">
            <a:extLst>
              <a:ext uri="{FF2B5EF4-FFF2-40B4-BE49-F238E27FC236}">
                <a16:creationId xmlns:a16="http://schemas.microsoft.com/office/drawing/2014/main" xmlns="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1584088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6" baseline="0" dirty="0">
                <a:solidFill>
                  <a:srgbClr val="40404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Microsoft YaHei" charset="-122"/>
              </a:rPr>
              <a:t>思考题</a:t>
            </a:r>
          </a:p>
        </p:txBody>
      </p:sp>
    </p:spTree>
    <p:extLst>
      <p:ext uri="{BB962C8B-B14F-4D97-AF65-F5344CB8AC3E}">
        <p14:creationId xmlns:p14="http://schemas.microsoft.com/office/powerpoint/2010/main" val="963674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1#本节小结（可选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内容占位符 6"/>
          <p:cNvSpPr>
            <a:spLocks noGrp="1"/>
          </p:cNvSpPr>
          <p:nvPr>
            <p:ph sz="quarter" idx="10" hasCustomPrompt="1"/>
          </p:nvPr>
        </p:nvSpPr>
        <p:spPr>
          <a:xfrm>
            <a:off x="1019175" y="1844675"/>
            <a:ext cx="10153650" cy="4082880"/>
          </a:xfrm>
          <a:prstGeom prst="rect">
            <a:avLst/>
          </a:prstGeom>
        </p:spPr>
        <p:txBody>
          <a:bodyPr/>
          <a:lstStyle>
            <a:lvl1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2pPr>
            <a:lvl3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3pPr>
            <a:lvl4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4pPr>
            <a:lvl5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5pPr>
          </a:lstStyle>
          <a:p>
            <a:pPr lvl="0"/>
            <a:r>
              <a:rPr lang="zh-CN" altLang="en-US" dirty="0"/>
              <a:t>此版式用于每一节的小结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cxnSp>
        <p:nvCxnSpPr>
          <p:cNvPr id="11" name="直线连接符 14">
            <a:extLst>
              <a:ext uri="{FF2B5EF4-FFF2-40B4-BE49-F238E27FC236}">
                <a16:creationId xmlns:a16="http://schemas.microsoft.com/office/drawing/2014/main" xmlns="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7" y="1349255"/>
            <a:ext cx="1800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文本框 16">
            <a:extLst>
              <a:ext uri="{FF2B5EF4-FFF2-40B4-BE49-F238E27FC236}">
                <a16:creationId xmlns:a16="http://schemas.microsoft.com/office/drawing/2014/main" xmlns="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2050561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6" baseline="0" dirty="0">
                <a:solidFill>
                  <a:srgbClr val="40404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Microsoft YaHei" charset="-122"/>
              </a:rPr>
              <a:t>本节小结</a:t>
            </a:r>
          </a:p>
        </p:txBody>
      </p:sp>
    </p:spTree>
    <p:extLst>
      <p:ext uri="{BB962C8B-B14F-4D97-AF65-F5344CB8AC3E}">
        <p14:creationId xmlns:p14="http://schemas.microsoft.com/office/powerpoint/2010/main" val="4052420443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2#本章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内容占位符 6"/>
          <p:cNvSpPr>
            <a:spLocks noGrp="1"/>
          </p:cNvSpPr>
          <p:nvPr>
            <p:ph sz="quarter" idx="10"/>
          </p:nvPr>
        </p:nvSpPr>
        <p:spPr>
          <a:xfrm>
            <a:off x="1019175" y="1844675"/>
            <a:ext cx="10153650" cy="4082880"/>
          </a:xfrm>
          <a:prstGeom prst="rect">
            <a:avLst/>
          </a:prstGeom>
        </p:spPr>
        <p:txBody>
          <a:bodyPr/>
          <a:lstStyle>
            <a:lvl1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2pPr>
            <a:lvl3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3pPr>
            <a:lvl4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4pPr>
            <a:lvl5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cxnSp>
        <p:nvCxnSpPr>
          <p:cNvPr id="9" name="直线连接符 14">
            <a:extLst>
              <a:ext uri="{FF2B5EF4-FFF2-40B4-BE49-F238E27FC236}">
                <a16:creationId xmlns:a16="http://schemas.microsoft.com/office/drawing/2014/main" xmlns="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7" y="1349255"/>
            <a:ext cx="1800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文本框 16">
            <a:extLst>
              <a:ext uri="{FF2B5EF4-FFF2-40B4-BE49-F238E27FC236}">
                <a16:creationId xmlns:a16="http://schemas.microsoft.com/office/drawing/2014/main" xmlns="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2050561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6" baseline="0" dirty="0">
                <a:solidFill>
                  <a:srgbClr val="40404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Microsoft YaHei" charset="-122"/>
              </a:rPr>
              <a:t>本章总结</a:t>
            </a:r>
          </a:p>
        </p:txBody>
      </p:sp>
    </p:spTree>
    <p:extLst>
      <p:ext uri="{BB962C8B-B14F-4D97-AF65-F5344CB8AC3E}">
        <p14:creationId xmlns:p14="http://schemas.microsoft.com/office/powerpoint/2010/main" val="41023569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3#更多信息(可选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1019175" y="1844675"/>
            <a:ext cx="10153650" cy="4082880"/>
          </a:xfrm>
          <a:prstGeom prst="rect">
            <a:avLst/>
          </a:prstGeom>
        </p:spPr>
        <p:txBody>
          <a:bodyPr/>
          <a:lstStyle>
            <a:lvl1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5pPr>
              <a:buNone/>
              <a:defRPr/>
            </a:lvl5pPr>
          </a:lstStyle>
          <a:p>
            <a:r>
              <a:rPr lang="zh-CN" altLang="en-US" dirty="0"/>
              <a:t>此版式用于提供给学员更多学习信息。</a:t>
            </a:r>
          </a:p>
        </p:txBody>
      </p:sp>
      <p:cxnSp>
        <p:nvCxnSpPr>
          <p:cNvPr id="12" name="直线连接符 14">
            <a:extLst>
              <a:ext uri="{FF2B5EF4-FFF2-40B4-BE49-F238E27FC236}">
                <a16:creationId xmlns:a16="http://schemas.microsoft.com/office/drawing/2014/main" xmlns="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7" y="1349255"/>
            <a:ext cx="1800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文本框 16">
            <a:extLst>
              <a:ext uri="{FF2B5EF4-FFF2-40B4-BE49-F238E27FC236}">
                <a16:creationId xmlns:a16="http://schemas.microsoft.com/office/drawing/2014/main" xmlns="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2050561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6" baseline="0" dirty="0">
                <a:solidFill>
                  <a:srgbClr val="40404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Microsoft YaHei" charset="-122"/>
              </a:rPr>
              <a:t>更多信息</a:t>
            </a:r>
          </a:p>
        </p:txBody>
      </p:sp>
    </p:spTree>
    <p:extLst>
      <p:ext uri="{BB962C8B-B14F-4D97-AF65-F5344CB8AC3E}">
        <p14:creationId xmlns:p14="http://schemas.microsoft.com/office/powerpoint/2010/main" val="25263851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4#学习推荐(可选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6"/>
          <p:cNvSpPr>
            <a:spLocks noGrp="1"/>
          </p:cNvSpPr>
          <p:nvPr>
            <p:ph type="body" sz="quarter" idx="10"/>
          </p:nvPr>
        </p:nvSpPr>
        <p:spPr>
          <a:xfrm>
            <a:off x="1019175" y="1844675"/>
            <a:ext cx="10153650" cy="4082880"/>
          </a:xfrm>
          <a:prstGeom prst="rect">
            <a:avLst/>
          </a:prstGeom>
        </p:spPr>
        <p:txBody>
          <a:bodyPr/>
          <a:lstStyle>
            <a:lvl1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endParaRPr lang="zh-CN" altLang="en-US" dirty="0"/>
          </a:p>
        </p:txBody>
      </p:sp>
      <p:cxnSp>
        <p:nvCxnSpPr>
          <p:cNvPr id="14" name="直线连接符 14">
            <a:extLst>
              <a:ext uri="{FF2B5EF4-FFF2-40B4-BE49-F238E27FC236}">
                <a16:creationId xmlns:a16="http://schemas.microsoft.com/office/drawing/2014/main" xmlns="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7" y="1349255"/>
            <a:ext cx="1800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文本框 16">
            <a:extLst>
              <a:ext uri="{FF2B5EF4-FFF2-40B4-BE49-F238E27FC236}">
                <a16:creationId xmlns:a16="http://schemas.microsoft.com/office/drawing/2014/main" xmlns="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2050561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6" baseline="0" dirty="0">
                <a:solidFill>
                  <a:srgbClr val="40404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Microsoft YaHei" charset="-122"/>
              </a:rPr>
              <a:t>学习推荐</a:t>
            </a:r>
          </a:p>
        </p:txBody>
      </p:sp>
    </p:spTree>
    <p:extLst>
      <p:ext uri="{BB962C8B-B14F-4D97-AF65-F5344CB8AC3E}">
        <p14:creationId xmlns:p14="http://schemas.microsoft.com/office/powerpoint/2010/main" val="20101912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7#标题和内容（两行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731838" y="447468"/>
            <a:ext cx="10728325" cy="100192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zh-CN" altLang="en-US" baseline="0" dirty="0"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pPr marL="0" lvl="0" indent="0" defTabSz="1187798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/>
              <a:t>单击此处编辑母版标题样式</a:t>
            </a:r>
          </a:p>
        </p:txBody>
      </p:sp>
      <p:sp>
        <p:nvSpPr>
          <p:cNvPr id="9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731838" y="1484312"/>
            <a:ext cx="10728326" cy="4443243"/>
          </a:xfrm>
          <a:prstGeom prst="rect">
            <a:avLst/>
          </a:prstGeom>
        </p:spPr>
        <p:txBody>
          <a:bodyPr/>
          <a:lstStyle>
            <a:lvl1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r>
              <a:rPr lang="zh-CN" altLang="en-US" dirty="0"/>
              <a:t>单击此处输入文字</a:t>
            </a:r>
          </a:p>
        </p:txBody>
      </p:sp>
    </p:spTree>
    <p:extLst>
      <p:ext uri="{BB962C8B-B14F-4D97-AF65-F5344CB8AC3E}">
        <p14:creationId xmlns:p14="http://schemas.microsoft.com/office/powerpoint/2010/main" val="21669912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5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7*#标题和内容（一行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731838" y="447468"/>
            <a:ext cx="10728325" cy="485982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zh-CN" altLang="en-US" baseline="0" dirty="0"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pPr marL="0" lvl="0" indent="0" defTabSz="1187798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/>
              <a:t>单击此处编辑母版标题样式</a:t>
            </a:r>
          </a:p>
        </p:txBody>
      </p:sp>
      <p:sp>
        <p:nvSpPr>
          <p:cNvPr id="9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731838" y="1047750"/>
            <a:ext cx="10728326" cy="4879805"/>
          </a:xfrm>
          <a:prstGeom prst="rect">
            <a:avLst/>
          </a:prstGeom>
        </p:spPr>
        <p:txBody>
          <a:bodyPr/>
          <a:lstStyle>
            <a:lvl1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r>
              <a:rPr lang="zh-CN" altLang="en-US" dirty="0"/>
              <a:t>单击此处输入文字</a:t>
            </a:r>
          </a:p>
        </p:txBody>
      </p:sp>
    </p:spTree>
    <p:extLst>
      <p:ext uri="{BB962C8B-B14F-4D97-AF65-F5344CB8AC3E}">
        <p14:creationId xmlns:p14="http://schemas.microsoft.com/office/powerpoint/2010/main" val="2778272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95" userDrawn="1">
          <p15:clr>
            <a:srgbClr val="FBAE40"/>
          </p15:clr>
        </p15:guide>
        <p15:guide id="2" orient="horz" pos="663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8#仅标题（两行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731838" y="447468"/>
            <a:ext cx="10728325" cy="100192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zh-CN" altLang="en-US" baseline="0" dirty="0"/>
            </a:lvl1pPr>
          </a:lstStyle>
          <a:p>
            <a:pPr marL="0" lvl="0" indent="0" defTabSz="1187798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5136438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8*#仅标题（一行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731838" y="447468"/>
            <a:ext cx="10728325" cy="49709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zh-CN" altLang="en-US" baseline="0" dirty="0"/>
            </a:lvl1pPr>
          </a:lstStyle>
          <a:p>
            <a:pPr marL="0" lvl="0" indent="0" defTabSz="1187798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8260844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95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9#全白背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343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15#谢谢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xmlns="" id="{42AF307D-40F4-EC4C-9108-79E948007529}"/>
              </a:ext>
            </a:extLst>
          </p:cNvPr>
          <p:cNvSpPr txBox="1"/>
          <p:nvPr userDrawn="1"/>
        </p:nvSpPr>
        <p:spPr>
          <a:xfrm>
            <a:off x="607486" y="1402064"/>
            <a:ext cx="3921034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940" dirty="0">
                <a:solidFill>
                  <a:schemeClr val="tx1"/>
                </a:solidFill>
              </a:rPr>
              <a:t>Thank you.</a:t>
            </a:r>
          </a:p>
        </p:txBody>
      </p:sp>
    </p:spTree>
    <p:extLst>
      <p:ext uri="{BB962C8B-B14F-4D97-AF65-F5344CB8AC3E}">
        <p14:creationId xmlns:p14="http://schemas.microsoft.com/office/powerpoint/2010/main" val="35380744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5#谢谢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xmlns="" id="{42AF307D-40F4-EC4C-9108-79E948007529}"/>
              </a:ext>
            </a:extLst>
          </p:cNvPr>
          <p:cNvSpPr txBox="1"/>
          <p:nvPr userDrawn="1"/>
        </p:nvSpPr>
        <p:spPr>
          <a:xfrm>
            <a:off x="607486" y="1402064"/>
            <a:ext cx="3921034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940" dirty="0">
                <a:solidFill>
                  <a:schemeClr val="tx1"/>
                </a:solidFill>
              </a:rPr>
              <a:t>Thank you.</a:t>
            </a:r>
          </a:p>
        </p:txBody>
      </p:sp>
    </p:spTree>
    <p:extLst>
      <p:ext uri="{BB962C8B-B14F-4D97-AF65-F5344CB8AC3E}">
        <p14:creationId xmlns:p14="http://schemas.microsoft.com/office/powerpoint/2010/main" val="214933663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探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2000" cy="5602265"/>
          </a:xfrm>
          <a:prstGeom prst="rect">
            <a:avLst/>
          </a:prstGeom>
        </p:spPr>
      </p:pic>
      <p:sp>
        <p:nvSpPr>
          <p:cNvPr id="7" name="L 形 6"/>
          <p:cNvSpPr/>
          <p:nvPr userDrawn="1"/>
        </p:nvSpPr>
        <p:spPr>
          <a:xfrm rot="5400000">
            <a:off x="7850738" y="2130702"/>
            <a:ext cx="701032" cy="71765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>
              <a:solidFill>
                <a:srgbClr val="1D1D1A"/>
              </a:solidFill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xmlns="" id="{8227DEE9-8BE9-0D49-BF96-9E83C5312E0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8646" y="907093"/>
            <a:ext cx="6557247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l">
              <a:defRPr sz="3199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xmlns="" id="{2F43DA98-D48D-6947-95EF-BA3B05E688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8897" y="1949372"/>
            <a:ext cx="6533290" cy="643926"/>
          </a:xfrm>
        </p:spPr>
        <p:txBody>
          <a:bodyPr/>
          <a:lstStyle>
            <a:lvl1pPr>
              <a:defRPr sz="1399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837078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3414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智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2000" cy="5602265"/>
          </a:xfrm>
          <a:prstGeom prst="rect">
            <a:avLst/>
          </a:prstGeom>
        </p:spPr>
      </p:pic>
      <p:sp>
        <p:nvSpPr>
          <p:cNvPr id="18" name="L 形 17"/>
          <p:cNvSpPr/>
          <p:nvPr userDrawn="1"/>
        </p:nvSpPr>
        <p:spPr>
          <a:xfrm rot="5400000">
            <a:off x="5821614" y="2568775"/>
            <a:ext cx="701032" cy="71765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>
              <a:solidFill>
                <a:srgbClr val="1D1D1A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xmlns="" id="{62AA4863-E1EF-3342-A8CB-ECD4FD06CEB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8646" y="907093"/>
            <a:ext cx="6557247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199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xmlns="" id="{195303EA-8491-464F-99A0-67F948701C1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8897" y="1949372"/>
            <a:ext cx="6533290" cy="643926"/>
          </a:xfrm>
        </p:spPr>
        <p:txBody>
          <a:bodyPr/>
          <a:lstStyle>
            <a:lvl1pPr>
              <a:defRPr sz="1399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7751107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灯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3">
            <a:extLst>
              <a:ext uri="{FF2B5EF4-FFF2-40B4-BE49-F238E27FC236}">
                <a16:creationId xmlns:a16="http://schemas.microsoft.com/office/drawing/2014/main" xmlns="" id="{C6D010F9-02DE-1949-B177-A4E0D2774ED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32" b="14078"/>
          <a:stretch/>
        </p:blipFill>
        <p:spPr>
          <a:xfrm>
            <a:off x="0" y="1"/>
            <a:ext cx="12192233" cy="5602265"/>
          </a:xfrm>
          <a:prstGeom prst="rect">
            <a:avLst/>
          </a:prstGeom>
        </p:spPr>
      </p:pic>
      <p:sp>
        <p:nvSpPr>
          <p:cNvPr id="10" name="L 形 10">
            <a:extLst>
              <a:ext uri="{FF2B5EF4-FFF2-40B4-BE49-F238E27FC236}">
                <a16:creationId xmlns:a16="http://schemas.microsoft.com/office/drawing/2014/main" xmlns="" id="{0C595D57-06EA-3B46-AF21-C0EACD8F1C4E}"/>
              </a:ext>
            </a:extLst>
          </p:cNvPr>
          <p:cNvSpPr/>
          <p:nvPr userDrawn="1"/>
        </p:nvSpPr>
        <p:spPr>
          <a:xfrm rot="5400000">
            <a:off x="7878156" y="1995888"/>
            <a:ext cx="701032" cy="71765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>
              <a:solidFill>
                <a:srgbClr val="1D1D1A"/>
              </a:solidFill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xmlns="" id="{C897A368-8F39-4049-9BB0-AEB315EB7E0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8646" y="907093"/>
            <a:ext cx="6557247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199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xmlns="" id="{12621051-E1A4-A049-BF21-61B18B34831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8897" y="1949372"/>
            <a:ext cx="6533290" cy="643926"/>
          </a:xfrm>
        </p:spPr>
        <p:txBody>
          <a:bodyPr/>
          <a:lstStyle>
            <a:lvl1pPr>
              <a:defRPr sz="1399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2486500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创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2000" cy="5602265"/>
          </a:xfrm>
          <a:prstGeom prst="rect">
            <a:avLst/>
          </a:prstGeom>
        </p:spPr>
      </p:pic>
      <p:sp>
        <p:nvSpPr>
          <p:cNvPr id="9" name="L 形 8"/>
          <p:cNvSpPr/>
          <p:nvPr userDrawn="1"/>
        </p:nvSpPr>
        <p:spPr>
          <a:xfrm rot="5400000">
            <a:off x="5943057" y="2323659"/>
            <a:ext cx="701032" cy="71765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>
              <a:solidFill>
                <a:srgbClr val="1D1D1A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xmlns="" id="{FB908F03-BBCC-164B-BE54-2E836D6E7C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8646" y="907093"/>
            <a:ext cx="6557247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199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xmlns="" id="{A3BE9F9B-07D9-DD4C-9CEF-250804A414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8897" y="1949372"/>
            <a:ext cx="6533290" cy="643926"/>
          </a:xfrm>
        </p:spPr>
        <p:txBody>
          <a:bodyPr/>
          <a:lstStyle>
            <a:lvl1pPr>
              <a:defRPr sz="1399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8142333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领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4301" y="0"/>
            <a:ext cx="12196300" cy="560226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96112" y="907582"/>
            <a:ext cx="6607747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lnSpc>
                <a:spcPts val="3439"/>
              </a:lnSpc>
              <a:defRPr sz="3199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8" name="L 形 7"/>
          <p:cNvSpPr/>
          <p:nvPr userDrawn="1"/>
        </p:nvSpPr>
        <p:spPr>
          <a:xfrm rot="10800000">
            <a:off x="10498794" y="1522948"/>
            <a:ext cx="717656" cy="701032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>
              <a:solidFill>
                <a:srgbClr val="1D1D1A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xmlns="" id="{1878D8DD-C7E7-9345-9C0D-92472D27ADF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8897" y="1949372"/>
            <a:ext cx="6574961" cy="643926"/>
          </a:xfrm>
        </p:spPr>
        <p:txBody>
          <a:bodyPr/>
          <a:lstStyle>
            <a:lvl1pPr>
              <a:defRPr sz="1399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1428884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3414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攀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25" r="2034" b="5607"/>
          <a:stretch/>
        </p:blipFill>
        <p:spPr>
          <a:xfrm>
            <a:off x="1" y="-36206"/>
            <a:ext cx="12192000" cy="563847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98646" y="907093"/>
            <a:ext cx="6557247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199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8" name="L 形 7"/>
          <p:cNvSpPr/>
          <p:nvPr userDrawn="1"/>
        </p:nvSpPr>
        <p:spPr>
          <a:xfrm rot="5400000">
            <a:off x="7926733" y="1657695"/>
            <a:ext cx="701032" cy="71765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>
              <a:solidFill>
                <a:srgbClr val="1D1D1A"/>
              </a:solidFill>
            </a:endParaRP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xmlns="" id="{6BB7B2F8-0AF7-D04F-81DD-52FDB6B732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8897" y="1949372"/>
            <a:ext cx="6533290" cy="643926"/>
          </a:xfrm>
        </p:spPr>
        <p:txBody>
          <a:bodyPr/>
          <a:lstStyle>
            <a:lvl1pPr>
              <a:defRPr sz="1399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2097834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3414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image" Target="../media/image3.png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14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8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slideLayout" Target="../slideLayouts/slideLayout21.xml"/><Relationship Id="rId7" Type="http://schemas.openxmlformats.org/officeDocument/2006/relationships/theme" Target="../theme/theme6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5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4">
            <a:extLst>
              <a:ext uri="{FF2B5EF4-FFF2-40B4-BE49-F238E27FC236}">
                <a16:creationId xmlns:a16="http://schemas.microsoft.com/office/drawing/2014/main" xmlns="" id="{AF72FAD7-C8C3-754A-A498-D3A7EC29AB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08954" y="6270652"/>
            <a:ext cx="1981542" cy="1536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>
              <a:lnSpc>
                <a:spcPct val="100000"/>
              </a:lnSpc>
            </a:pPr>
            <a:r>
              <a:rPr kumimoji="1" lang="en-US" altLang="zh-CN" sz="1000" dirty="0"/>
              <a:t>Security Level:</a:t>
            </a:r>
            <a:endParaRPr lang="en-US" altLang="zh-CN" sz="1000" dirty="0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3089" y="5976169"/>
            <a:ext cx="2257507" cy="482533"/>
          </a:xfrm>
          <a:prstGeom prst="rect">
            <a:avLst/>
          </a:prstGeom>
        </p:spPr>
      </p:pic>
      <p:grpSp>
        <p:nvGrpSpPr>
          <p:cNvPr id="30" name="Group 87">
            <a:extLst>
              <a:ext uri="{FF2B5EF4-FFF2-40B4-BE49-F238E27FC236}">
                <a16:creationId xmlns:a16="http://schemas.microsoft.com/office/drawing/2014/main" xmlns="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90471" y="2625389"/>
            <a:ext cx="1963323" cy="4233515"/>
            <a:chOff x="5343885" y="-48857"/>
            <a:chExt cx="3263586" cy="7037279"/>
          </a:xfrm>
        </p:grpSpPr>
        <p:sp>
          <p:nvSpPr>
            <p:cNvPr id="31" name="矩形 13">
              <a:extLst>
                <a:ext uri="{FF2B5EF4-FFF2-40B4-BE49-F238E27FC236}">
                  <a16:creationId xmlns:a16="http://schemas.microsoft.com/office/drawing/2014/main" xmlns="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32" name="文本框 15">
              <a:extLst>
                <a:ext uri="{FF2B5EF4-FFF2-40B4-BE49-F238E27FC236}">
                  <a16:creationId xmlns:a16="http://schemas.microsoft.com/office/drawing/2014/main" xmlns="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公司辅助色</a:t>
              </a:r>
            </a:p>
          </p:txBody>
        </p:sp>
        <p:sp>
          <p:nvSpPr>
            <p:cNvPr id="33" name="矩形 13">
              <a:extLst>
                <a:ext uri="{FF2B5EF4-FFF2-40B4-BE49-F238E27FC236}">
                  <a16:creationId xmlns:a16="http://schemas.microsoft.com/office/drawing/2014/main" xmlns="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34" name="矩形 13">
              <a:extLst>
                <a:ext uri="{FF2B5EF4-FFF2-40B4-BE49-F238E27FC236}">
                  <a16:creationId xmlns:a16="http://schemas.microsoft.com/office/drawing/2014/main" xmlns="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35" name="矩形 13">
              <a:extLst>
                <a:ext uri="{FF2B5EF4-FFF2-40B4-BE49-F238E27FC236}">
                  <a16:creationId xmlns:a16="http://schemas.microsoft.com/office/drawing/2014/main" xmlns="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36" name="矩形 13">
              <a:extLst>
                <a:ext uri="{FF2B5EF4-FFF2-40B4-BE49-F238E27FC236}">
                  <a16:creationId xmlns:a16="http://schemas.microsoft.com/office/drawing/2014/main" xmlns="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37" name="矩形 13">
              <a:extLst>
                <a:ext uri="{FF2B5EF4-FFF2-40B4-BE49-F238E27FC236}">
                  <a16:creationId xmlns:a16="http://schemas.microsoft.com/office/drawing/2014/main" xmlns="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38" name="矩形 13">
              <a:extLst>
                <a:ext uri="{FF2B5EF4-FFF2-40B4-BE49-F238E27FC236}">
                  <a16:creationId xmlns:a16="http://schemas.microsoft.com/office/drawing/2014/main" xmlns="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39" name="文本框 15">
              <a:extLst>
                <a:ext uri="{FF2B5EF4-FFF2-40B4-BE49-F238E27FC236}">
                  <a16:creationId xmlns:a16="http://schemas.microsoft.com/office/drawing/2014/main" xmlns="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公司色</a:t>
              </a:r>
            </a:p>
          </p:txBody>
        </p:sp>
        <p:sp>
          <p:nvSpPr>
            <p:cNvPr id="40" name="矩形 13">
              <a:extLst>
                <a:ext uri="{FF2B5EF4-FFF2-40B4-BE49-F238E27FC236}">
                  <a16:creationId xmlns:a16="http://schemas.microsoft.com/office/drawing/2014/main" xmlns="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41" name="矩形 13">
              <a:extLst>
                <a:ext uri="{FF2B5EF4-FFF2-40B4-BE49-F238E27FC236}">
                  <a16:creationId xmlns:a16="http://schemas.microsoft.com/office/drawing/2014/main" xmlns="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42" name="矩形 13">
              <a:extLst>
                <a:ext uri="{FF2B5EF4-FFF2-40B4-BE49-F238E27FC236}">
                  <a16:creationId xmlns:a16="http://schemas.microsoft.com/office/drawing/2014/main" xmlns="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43" name="矩形 13">
              <a:extLst>
                <a:ext uri="{FF2B5EF4-FFF2-40B4-BE49-F238E27FC236}">
                  <a16:creationId xmlns:a16="http://schemas.microsoft.com/office/drawing/2014/main" xmlns="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44" name="矩形 13">
              <a:extLst>
                <a:ext uri="{FF2B5EF4-FFF2-40B4-BE49-F238E27FC236}">
                  <a16:creationId xmlns:a16="http://schemas.microsoft.com/office/drawing/2014/main" xmlns="" id="{371A8520-F934-304C-B57F-B49F768694E2}"/>
                </a:ext>
              </a:extLst>
            </p:cNvPr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45" name="矩形 13">
              <a:extLst>
                <a:ext uri="{FF2B5EF4-FFF2-40B4-BE49-F238E27FC236}">
                  <a16:creationId xmlns:a16="http://schemas.microsoft.com/office/drawing/2014/main" xmlns="" id="{B83004D7-279B-C14E-9FCF-870FA1B74FDF}"/>
                </a:ext>
              </a:extLst>
            </p:cNvPr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46" name="矩形 13">
              <a:extLst>
                <a:ext uri="{FF2B5EF4-FFF2-40B4-BE49-F238E27FC236}">
                  <a16:creationId xmlns:a16="http://schemas.microsoft.com/office/drawing/2014/main" xmlns="" id="{99635968-4E69-CC41-9D78-6DF253FE3035}"/>
                </a:ext>
              </a:extLst>
            </p:cNvPr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47" name="矩形 13">
              <a:extLst>
                <a:ext uri="{FF2B5EF4-FFF2-40B4-BE49-F238E27FC236}">
                  <a16:creationId xmlns:a16="http://schemas.microsoft.com/office/drawing/2014/main" xmlns="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48" name="矩形 13">
              <a:extLst>
                <a:ext uri="{FF2B5EF4-FFF2-40B4-BE49-F238E27FC236}">
                  <a16:creationId xmlns:a16="http://schemas.microsoft.com/office/drawing/2014/main" xmlns="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49" name="矩形 13">
              <a:extLst>
                <a:ext uri="{FF2B5EF4-FFF2-40B4-BE49-F238E27FC236}">
                  <a16:creationId xmlns:a16="http://schemas.microsoft.com/office/drawing/2014/main" xmlns="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50" name="矩形 13">
              <a:extLst>
                <a:ext uri="{FF2B5EF4-FFF2-40B4-BE49-F238E27FC236}">
                  <a16:creationId xmlns:a16="http://schemas.microsoft.com/office/drawing/2014/main" xmlns="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51" name="矩形 13">
              <a:extLst>
                <a:ext uri="{FF2B5EF4-FFF2-40B4-BE49-F238E27FC236}">
                  <a16:creationId xmlns:a16="http://schemas.microsoft.com/office/drawing/2014/main" xmlns="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52" name="矩形 13">
              <a:extLst>
                <a:ext uri="{FF2B5EF4-FFF2-40B4-BE49-F238E27FC236}">
                  <a16:creationId xmlns:a16="http://schemas.microsoft.com/office/drawing/2014/main" xmlns="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53" name="矩形 13">
              <a:extLst>
                <a:ext uri="{FF2B5EF4-FFF2-40B4-BE49-F238E27FC236}">
                  <a16:creationId xmlns:a16="http://schemas.microsoft.com/office/drawing/2014/main" xmlns="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54" name="矩形 13">
              <a:extLst>
                <a:ext uri="{FF2B5EF4-FFF2-40B4-BE49-F238E27FC236}">
                  <a16:creationId xmlns:a16="http://schemas.microsoft.com/office/drawing/2014/main" xmlns="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55" name="矩形 13">
              <a:extLst>
                <a:ext uri="{FF2B5EF4-FFF2-40B4-BE49-F238E27FC236}">
                  <a16:creationId xmlns:a16="http://schemas.microsoft.com/office/drawing/2014/main" xmlns="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56" name="矩形 13">
              <a:extLst>
                <a:ext uri="{FF2B5EF4-FFF2-40B4-BE49-F238E27FC236}">
                  <a16:creationId xmlns:a16="http://schemas.microsoft.com/office/drawing/2014/main" xmlns="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57" name="矩形 13">
              <a:extLst>
                <a:ext uri="{FF2B5EF4-FFF2-40B4-BE49-F238E27FC236}">
                  <a16:creationId xmlns:a16="http://schemas.microsoft.com/office/drawing/2014/main" xmlns="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58" name="矩形 13">
              <a:extLst>
                <a:ext uri="{FF2B5EF4-FFF2-40B4-BE49-F238E27FC236}">
                  <a16:creationId xmlns:a16="http://schemas.microsoft.com/office/drawing/2014/main" xmlns="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59" name="矩形 13">
              <a:extLst>
                <a:ext uri="{FF2B5EF4-FFF2-40B4-BE49-F238E27FC236}">
                  <a16:creationId xmlns:a16="http://schemas.microsoft.com/office/drawing/2014/main" xmlns="" id="{20725C9F-31AE-DB44-B70A-B4ECDEC0BC00}"/>
                </a:ext>
              </a:extLst>
            </p:cNvPr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60" name="矩形 13">
              <a:extLst>
                <a:ext uri="{FF2B5EF4-FFF2-40B4-BE49-F238E27FC236}">
                  <a16:creationId xmlns:a16="http://schemas.microsoft.com/office/drawing/2014/main" xmlns="" id="{AC5BCC27-B68D-0743-8E0B-E25F8D01C3A4}"/>
                </a:ext>
              </a:extLst>
            </p:cNvPr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61" name="矩形 13">
              <a:extLst>
                <a:ext uri="{FF2B5EF4-FFF2-40B4-BE49-F238E27FC236}">
                  <a16:creationId xmlns:a16="http://schemas.microsoft.com/office/drawing/2014/main" xmlns="" id="{51C2E83A-C975-6945-B2FD-5B22BBB53DB7}"/>
                </a:ext>
              </a:extLst>
            </p:cNvPr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62" name="矩形 13">
              <a:extLst>
                <a:ext uri="{FF2B5EF4-FFF2-40B4-BE49-F238E27FC236}">
                  <a16:creationId xmlns:a16="http://schemas.microsoft.com/office/drawing/2014/main" xmlns="" id="{BEE9A95F-6965-354F-A2C7-2E8C81DDA52F}"/>
                </a:ext>
              </a:extLst>
            </p:cNvPr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190/23/238</a:t>
              </a:r>
            </a:p>
          </p:txBody>
        </p:sp>
        <p:sp>
          <p:nvSpPr>
            <p:cNvPr id="63" name="矩形 13">
              <a:extLst>
                <a:ext uri="{FF2B5EF4-FFF2-40B4-BE49-F238E27FC236}">
                  <a16:creationId xmlns:a16="http://schemas.microsoft.com/office/drawing/2014/main" xmlns="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64" name="矩形 13">
              <a:extLst>
                <a:ext uri="{FF2B5EF4-FFF2-40B4-BE49-F238E27FC236}">
                  <a16:creationId xmlns:a16="http://schemas.microsoft.com/office/drawing/2014/main" xmlns="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65" name="矩形 13">
              <a:extLst>
                <a:ext uri="{FF2B5EF4-FFF2-40B4-BE49-F238E27FC236}">
                  <a16:creationId xmlns:a16="http://schemas.microsoft.com/office/drawing/2014/main" xmlns="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35/24/21</a:t>
              </a:r>
            </a:p>
          </p:txBody>
        </p:sp>
        <p:sp>
          <p:nvSpPr>
            <p:cNvPr id="66" name="矩形 13">
              <a:extLst>
                <a:ext uri="{FF2B5EF4-FFF2-40B4-BE49-F238E27FC236}">
                  <a16:creationId xmlns:a16="http://schemas.microsoft.com/office/drawing/2014/main" xmlns="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67" name="矩形 13">
              <a:extLst>
                <a:ext uri="{FF2B5EF4-FFF2-40B4-BE49-F238E27FC236}">
                  <a16:creationId xmlns:a16="http://schemas.microsoft.com/office/drawing/2014/main" xmlns="" id="{0B0545C9-147F-584F-80D2-EF13876D7D33}"/>
                </a:ext>
              </a:extLst>
            </p:cNvPr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68" name="矩形 13">
              <a:extLst>
                <a:ext uri="{FF2B5EF4-FFF2-40B4-BE49-F238E27FC236}">
                  <a16:creationId xmlns:a16="http://schemas.microsoft.com/office/drawing/2014/main" xmlns="" id="{44FD0A0B-0D45-3340-A523-465AC24134BF}"/>
                </a:ext>
              </a:extLst>
            </p:cNvPr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69" name="矩形 13">
              <a:extLst>
                <a:ext uri="{FF2B5EF4-FFF2-40B4-BE49-F238E27FC236}">
                  <a16:creationId xmlns:a16="http://schemas.microsoft.com/office/drawing/2014/main" xmlns="" id="{2C404A07-276B-3648-BB25-4EDB5905448C}"/>
                </a:ext>
              </a:extLst>
            </p:cNvPr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70" name="矩形 13">
              <a:extLst>
                <a:ext uri="{FF2B5EF4-FFF2-40B4-BE49-F238E27FC236}">
                  <a16:creationId xmlns:a16="http://schemas.microsoft.com/office/drawing/2014/main" xmlns="" id="{72B0F29C-A346-8946-9B8E-8F1B9DFF7AD0}"/>
                </a:ext>
              </a:extLst>
            </p:cNvPr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672267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3748" userDrawn="1">
          <p15:clr>
            <a:srgbClr val="F26B43"/>
          </p15:clr>
        </p15:guide>
        <p15:guide id="2" pos="574" userDrawn="1">
          <p15:clr>
            <a:srgbClr val="F26B43"/>
          </p15:clr>
        </p15:guide>
        <p15:guide id="3" orient="horz" pos="572" userDrawn="1">
          <p15:clr>
            <a:srgbClr val="F26B43"/>
          </p15:clr>
        </p15:guide>
        <p15:guide id="4" orient="horz" pos="1230" userDrawn="1">
          <p15:clr>
            <a:srgbClr val="F26B43"/>
          </p15:clr>
        </p15:guide>
        <p15:guide id="5" orient="horz" pos="2160" userDrawn="1">
          <p15:clr>
            <a:srgbClr val="F26B43"/>
          </p15:clr>
        </p15:guide>
        <p15:guide id="6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">
            <a:extLst>
              <a:ext uri="{FF2B5EF4-FFF2-40B4-BE49-F238E27FC236}">
                <a16:creationId xmlns:a16="http://schemas.microsoft.com/office/drawing/2014/main" xmlns="" id="{6785A3D6-1271-D247-9E96-1B376F4BE7BE}"/>
              </a:ext>
            </a:extLst>
          </p:cNvPr>
          <p:cNvSpPr txBox="1"/>
          <p:nvPr userDrawn="1"/>
        </p:nvSpPr>
        <p:spPr>
          <a:xfrm>
            <a:off x="1095467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74" b="0" baseline="0" dirty="0">
                <a:solidFill>
                  <a:srgbClr val="1D1D1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Huawei Confidential</a:t>
            </a:r>
          </a:p>
        </p:txBody>
      </p:sp>
      <p:sp>
        <p:nvSpPr>
          <p:cNvPr id="24" name="TextBox 3">
            <a:extLst>
              <a:ext uri="{FF2B5EF4-FFF2-40B4-BE49-F238E27FC236}">
                <a16:creationId xmlns:a16="http://schemas.microsoft.com/office/drawing/2014/main" xmlns="" id="{EABEE2EE-BF4D-7A4A-B3C6-9E47668CCD98}"/>
              </a:ext>
            </a:extLst>
          </p:cNvPr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74" baseline="0" smtClean="0">
                <a:solidFill>
                  <a:srgbClr val="1D1D1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pPr marL="0" marR="0" lvl="0" indent="0" algn="l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74" baseline="0" dirty="0">
              <a:solidFill>
                <a:srgbClr val="1D1D1B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  <p:pic>
        <p:nvPicPr>
          <p:cNvPr id="25" name="图片 24"/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9" y="6319870"/>
            <a:ext cx="1269075" cy="271153"/>
          </a:xfrm>
          <a:prstGeom prst="rect">
            <a:avLst/>
          </a:prstGeom>
        </p:spPr>
      </p:pic>
      <p:grpSp>
        <p:nvGrpSpPr>
          <p:cNvPr id="27" name="Group 87">
            <a:extLst>
              <a:ext uri="{FF2B5EF4-FFF2-40B4-BE49-F238E27FC236}">
                <a16:creationId xmlns:a16="http://schemas.microsoft.com/office/drawing/2014/main" xmlns="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90471" y="2625389"/>
            <a:ext cx="1963323" cy="4233515"/>
            <a:chOff x="5343885" y="-48857"/>
            <a:chExt cx="3263586" cy="7037279"/>
          </a:xfrm>
        </p:grpSpPr>
        <p:sp>
          <p:nvSpPr>
            <p:cNvPr id="28" name="矩形 13">
              <a:extLst>
                <a:ext uri="{FF2B5EF4-FFF2-40B4-BE49-F238E27FC236}">
                  <a16:creationId xmlns:a16="http://schemas.microsoft.com/office/drawing/2014/main" xmlns="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29" name="文本框 15">
              <a:extLst>
                <a:ext uri="{FF2B5EF4-FFF2-40B4-BE49-F238E27FC236}">
                  <a16:creationId xmlns:a16="http://schemas.microsoft.com/office/drawing/2014/main" xmlns="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公司辅助色</a:t>
              </a:r>
            </a:p>
          </p:txBody>
        </p:sp>
        <p:sp>
          <p:nvSpPr>
            <p:cNvPr id="30" name="矩形 13">
              <a:extLst>
                <a:ext uri="{FF2B5EF4-FFF2-40B4-BE49-F238E27FC236}">
                  <a16:creationId xmlns:a16="http://schemas.microsoft.com/office/drawing/2014/main" xmlns="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31" name="矩形 13">
              <a:extLst>
                <a:ext uri="{FF2B5EF4-FFF2-40B4-BE49-F238E27FC236}">
                  <a16:creationId xmlns:a16="http://schemas.microsoft.com/office/drawing/2014/main" xmlns="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32" name="矩形 13">
              <a:extLst>
                <a:ext uri="{FF2B5EF4-FFF2-40B4-BE49-F238E27FC236}">
                  <a16:creationId xmlns:a16="http://schemas.microsoft.com/office/drawing/2014/main" xmlns="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33" name="矩形 13">
              <a:extLst>
                <a:ext uri="{FF2B5EF4-FFF2-40B4-BE49-F238E27FC236}">
                  <a16:creationId xmlns:a16="http://schemas.microsoft.com/office/drawing/2014/main" xmlns="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34" name="矩形 13">
              <a:extLst>
                <a:ext uri="{FF2B5EF4-FFF2-40B4-BE49-F238E27FC236}">
                  <a16:creationId xmlns:a16="http://schemas.microsoft.com/office/drawing/2014/main" xmlns="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35" name="矩形 13">
              <a:extLst>
                <a:ext uri="{FF2B5EF4-FFF2-40B4-BE49-F238E27FC236}">
                  <a16:creationId xmlns:a16="http://schemas.microsoft.com/office/drawing/2014/main" xmlns="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36" name="文本框 15">
              <a:extLst>
                <a:ext uri="{FF2B5EF4-FFF2-40B4-BE49-F238E27FC236}">
                  <a16:creationId xmlns:a16="http://schemas.microsoft.com/office/drawing/2014/main" xmlns="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公司色</a:t>
              </a:r>
            </a:p>
          </p:txBody>
        </p:sp>
        <p:sp>
          <p:nvSpPr>
            <p:cNvPr id="37" name="矩形 13">
              <a:extLst>
                <a:ext uri="{FF2B5EF4-FFF2-40B4-BE49-F238E27FC236}">
                  <a16:creationId xmlns:a16="http://schemas.microsoft.com/office/drawing/2014/main" xmlns="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38" name="矩形 13">
              <a:extLst>
                <a:ext uri="{FF2B5EF4-FFF2-40B4-BE49-F238E27FC236}">
                  <a16:creationId xmlns:a16="http://schemas.microsoft.com/office/drawing/2014/main" xmlns="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39" name="矩形 13">
              <a:extLst>
                <a:ext uri="{FF2B5EF4-FFF2-40B4-BE49-F238E27FC236}">
                  <a16:creationId xmlns:a16="http://schemas.microsoft.com/office/drawing/2014/main" xmlns="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40" name="矩形 13">
              <a:extLst>
                <a:ext uri="{FF2B5EF4-FFF2-40B4-BE49-F238E27FC236}">
                  <a16:creationId xmlns:a16="http://schemas.microsoft.com/office/drawing/2014/main" xmlns="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41" name="矩形 13">
              <a:extLst>
                <a:ext uri="{FF2B5EF4-FFF2-40B4-BE49-F238E27FC236}">
                  <a16:creationId xmlns:a16="http://schemas.microsoft.com/office/drawing/2014/main" xmlns="" id="{371A8520-F934-304C-B57F-B49F768694E2}"/>
                </a:ext>
              </a:extLst>
            </p:cNvPr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42" name="矩形 13">
              <a:extLst>
                <a:ext uri="{FF2B5EF4-FFF2-40B4-BE49-F238E27FC236}">
                  <a16:creationId xmlns:a16="http://schemas.microsoft.com/office/drawing/2014/main" xmlns="" id="{B83004D7-279B-C14E-9FCF-870FA1B74FDF}"/>
                </a:ext>
              </a:extLst>
            </p:cNvPr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43" name="矩形 13">
              <a:extLst>
                <a:ext uri="{FF2B5EF4-FFF2-40B4-BE49-F238E27FC236}">
                  <a16:creationId xmlns:a16="http://schemas.microsoft.com/office/drawing/2014/main" xmlns="" id="{99635968-4E69-CC41-9D78-6DF253FE3035}"/>
                </a:ext>
              </a:extLst>
            </p:cNvPr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44" name="矩形 13">
              <a:extLst>
                <a:ext uri="{FF2B5EF4-FFF2-40B4-BE49-F238E27FC236}">
                  <a16:creationId xmlns:a16="http://schemas.microsoft.com/office/drawing/2014/main" xmlns="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65" name="矩形 13">
              <a:extLst>
                <a:ext uri="{FF2B5EF4-FFF2-40B4-BE49-F238E27FC236}">
                  <a16:creationId xmlns:a16="http://schemas.microsoft.com/office/drawing/2014/main" xmlns="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66" name="矩形 13">
              <a:extLst>
                <a:ext uri="{FF2B5EF4-FFF2-40B4-BE49-F238E27FC236}">
                  <a16:creationId xmlns:a16="http://schemas.microsoft.com/office/drawing/2014/main" xmlns="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67" name="矩形 13">
              <a:extLst>
                <a:ext uri="{FF2B5EF4-FFF2-40B4-BE49-F238E27FC236}">
                  <a16:creationId xmlns:a16="http://schemas.microsoft.com/office/drawing/2014/main" xmlns="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68" name="矩形 13">
              <a:extLst>
                <a:ext uri="{FF2B5EF4-FFF2-40B4-BE49-F238E27FC236}">
                  <a16:creationId xmlns:a16="http://schemas.microsoft.com/office/drawing/2014/main" xmlns="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69" name="矩形 13">
              <a:extLst>
                <a:ext uri="{FF2B5EF4-FFF2-40B4-BE49-F238E27FC236}">
                  <a16:creationId xmlns:a16="http://schemas.microsoft.com/office/drawing/2014/main" xmlns="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70" name="矩形 13">
              <a:extLst>
                <a:ext uri="{FF2B5EF4-FFF2-40B4-BE49-F238E27FC236}">
                  <a16:creationId xmlns:a16="http://schemas.microsoft.com/office/drawing/2014/main" xmlns="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71" name="矩形 13">
              <a:extLst>
                <a:ext uri="{FF2B5EF4-FFF2-40B4-BE49-F238E27FC236}">
                  <a16:creationId xmlns:a16="http://schemas.microsoft.com/office/drawing/2014/main" xmlns="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72" name="矩形 13">
              <a:extLst>
                <a:ext uri="{FF2B5EF4-FFF2-40B4-BE49-F238E27FC236}">
                  <a16:creationId xmlns:a16="http://schemas.microsoft.com/office/drawing/2014/main" xmlns="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73" name="矩形 13">
              <a:extLst>
                <a:ext uri="{FF2B5EF4-FFF2-40B4-BE49-F238E27FC236}">
                  <a16:creationId xmlns:a16="http://schemas.microsoft.com/office/drawing/2014/main" xmlns="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74" name="矩形 13">
              <a:extLst>
                <a:ext uri="{FF2B5EF4-FFF2-40B4-BE49-F238E27FC236}">
                  <a16:creationId xmlns:a16="http://schemas.microsoft.com/office/drawing/2014/main" xmlns="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75" name="矩形 13">
              <a:extLst>
                <a:ext uri="{FF2B5EF4-FFF2-40B4-BE49-F238E27FC236}">
                  <a16:creationId xmlns:a16="http://schemas.microsoft.com/office/drawing/2014/main" xmlns="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76" name="矩形 13">
              <a:extLst>
                <a:ext uri="{FF2B5EF4-FFF2-40B4-BE49-F238E27FC236}">
                  <a16:creationId xmlns:a16="http://schemas.microsoft.com/office/drawing/2014/main" xmlns="" id="{20725C9F-31AE-DB44-B70A-B4ECDEC0BC00}"/>
                </a:ext>
              </a:extLst>
            </p:cNvPr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77" name="矩形 13">
              <a:extLst>
                <a:ext uri="{FF2B5EF4-FFF2-40B4-BE49-F238E27FC236}">
                  <a16:creationId xmlns:a16="http://schemas.microsoft.com/office/drawing/2014/main" xmlns="" id="{AC5BCC27-B68D-0743-8E0B-E25F8D01C3A4}"/>
                </a:ext>
              </a:extLst>
            </p:cNvPr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78" name="矩形 13">
              <a:extLst>
                <a:ext uri="{FF2B5EF4-FFF2-40B4-BE49-F238E27FC236}">
                  <a16:creationId xmlns:a16="http://schemas.microsoft.com/office/drawing/2014/main" xmlns="" id="{51C2E83A-C975-6945-B2FD-5B22BBB53DB7}"/>
                </a:ext>
              </a:extLst>
            </p:cNvPr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79" name="矩形 13">
              <a:extLst>
                <a:ext uri="{FF2B5EF4-FFF2-40B4-BE49-F238E27FC236}">
                  <a16:creationId xmlns:a16="http://schemas.microsoft.com/office/drawing/2014/main" xmlns="" id="{BEE9A95F-6965-354F-A2C7-2E8C81DDA52F}"/>
                </a:ext>
              </a:extLst>
            </p:cNvPr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190/23/238</a:t>
              </a:r>
            </a:p>
          </p:txBody>
        </p:sp>
        <p:sp>
          <p:nvSpPr>
            <p:cNvPr id="80" name="矩形 13">
              <a:extLst>
                <a:ext uri="{FF2B5EF4-FFF2-40B4-BE49-F238E27FC236}">
                  <a16:creationId xmlns:a16="http://schemas.microsoft.com/office/drawing/2014/main" xmlns="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81" name="矩形 13">
              <a:extLst>
                <a:ext uri="{FF2B5EF4-FFF2-40B4-BE49-F238E27FC236}">
                  <a16:creationId xmlns:a16="http://schemas.microsoft.com/office/drawing/2014/main" xmlns="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82" name="矩形 13">
              <a:extLst>
                <a:ext uri="{FF2B5EF4-FFF2-40B4-BE49-F238E27FC236}">
                  <a16:creationId xmlns:a16="http://schemas.microsoft.com/office/drawing/2014/main" xmlns="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35/24/21</a:t>
              </a:r>
            </a:p>
          </p:txBody>
        </p:sp>
        <p:sp>
          <p:nvSpPr>
            <p:cNvPr id="83" name="矩形 13">
              <a:extLst>
                <a:ext uri="{FF2B5EF4-FFF2-40B4-BE49-F238E27FC236}">
                  <a16:creationId xmlns:a16="http://schemas.microsoft.com/office/drawing/2014/main" xmlns="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84" name="矩形 13">
              <a:extLst>
                <a:ext uri="{FF2B5EF4-FFF2-40B4-BE49-F238E27FC236}">
                  <a16:creationId xmlns:a16="http://schemas.microsoft.com/office/drawing/2014/main" xmlns="" id="{0B0545C9-147F-584F-80D2-EF13876D7D33}"/>
                </a:ext>
              </a:extLst>
            </p:cNvPr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85" name="矩形 13">
              <a:extLst>
                <a:ext uri="{FF2B5EF4-FFF2-40B4-BE49-F238E27FC236}">
                  <a16:creationId xmlns:a16="http://schemas.microsoft.com/office/drawing/2014/main" xmlns="" id="{44FD0A0B-0D45-3340-A523-465AC24134BF}"/>
                </a:ext>
              </a:extLst>
            </p:cNvPr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86" name="矩形 13">
              <a:extLst>
                <a:ext uri="{FF2B5EF4-FFF2-40B4-BE49-F238E27FC236}">
                  <a16:creationId xmlns:a16="http://schemas.microsoft.com/office/drawing/2014/main" xmlns="" id="{2C404A07-276B-3648-BB25-4EDB5905448C}"/>
                </a:ext>
              </a:extLst>
            </p:cNvPr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87" name="矩形 13">
              <a:extLst>
                <a:ext uri="{FF2B5EF4-FFF2-40B4-BE49-F238E27FC236}">
                  <a16:creationId xmlns:a16="http://schemas.microsoft.com/office/drawing/2014/main" xmlns="" id="{72B0F29C-A346-8946-9B8E-8F1B9DFF7AD0}"/>
                </a:ext>
              </a:extLst>
            </p:cNvPr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30999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3" r:id="rId1"/>
    <p:sldLayoutId id="2147483828" r:id="rId2"/>
    <p:sldLayoutId id="2147483844" r:id="rId3"/>
    <p:sldLayoutId id="2147483866" r:id="rId4"/>
    <p:sldLayoutId id="2147483846" r:id="rId5"/>
    <p:sldLayoutId id="2147483871" r:id="rId6"/>
    <p:sldLayoutId id="2147483836" r:id="rId7"/>
    <p:sldLayoutId id="2147483837" r:id="rId8"/>
    <p:sldLayoutId id="2147483838" r:id="rId9"/>
    <p:sldLayoutId id="2147483839" r:id="rId10"/>
  </p:sldLayoutIdLst>
  <p:txStyles>
    <p:titleStyle>
      <a:lvl1pPr algn="l" defTabSz="914034" rtl="0" eaLnBrk="1" fontAlgn="ctr" latinLnBrk="0" hangingPunct="1">
        <a:lnSpc>
          <a:spcPct val="90000"/>
        </a:lnSpc>
        <a:spcBef>
          <a:spcPct val="0"/>
        </a:spcBef>
        <a:buNone/>
        <a:defRPr lang="zh-CN" altLang="en-US" sz="3200" kern="1200" baseline="0" dirty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1pPr>
    </p:titleStyle>
    <p:bodyStyle>
      <a:lvl1pPr marL="302279" indent="-302279" algn="l" defTabSz="914034" rtl="0" eaLnBrk="1" fontAlgn="ctr" latinLnBrk="0" hangingPunct="1">
        <a:lnSpc>
          <a:spcPct val="140000"/>
        </a:lnSpc>
        <a:spcBef>
          <a:spcPts val="792"/>
        </a:spcBef>
        <a:buSzPct val="50000"/>
        <a:buFont typeface="Wingdings" panose="05000000000000000000" pitchFamily="2" charset="2"/>
        <a:buChar char="l"/>
        <a:defRPr sz="2199" kern="120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1pPr>
      <a:lvl2pPr marL="654938" indent="-251899" algn="l" defTabSz="914034" rtl="0" eaLnBrk="1" fontAlgn="ctr" latinLnBrk="0" hangingPunct="1">
        <a:lnSpc>
          <a:spcPct val="140000"/>
        </a:lnSpc>
        <a:spcBef>
          <a:spcPts val="720"/>
        </a:spcBef>
        <a:buClrTx/>
        <a:buSzPct val="50000"/>
        <a:buFont typeface="Wingdings" panose="05000000000000000000" pitchFamily="2" charset="2"/>
        <a:buChar char="p"/>
        <a:defRPr sz="1999" kern="120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2pPr>
      <a:lvl3pPr marL="1003998" indent="-201519" algn="l" defTabSz="914034" rtl="0" eaLnBrk="1" fontAlgn="ctr" latinLnBrk="0" hangingPunct="1">
        <a:lnSpc>
          <a:spcPct val="140000"/>
        </a:lnSpc>
        <a:spcBef>
          <a:spcPts val="648"/>
        </a:spcBef>
        <a:buClrTx/>
        <a:buSzPct val="50000"/>
        <a:buFont typeface="Wingdings" panose="05000000000000000000" pitchFamily="2" charset="2"/>
        <a:buChar char="n"/>
        <a:defRPr sz="1799" kern="120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3pPr>
      <a:lvl4pPr marL="1399840" indent="-197921" algn="l" defTabSz="914034" rtl="0" eaLnBrk="1" fontAlgn="ctr" latinLnBrk="0" hangingPunct="1">
        <a:lnSpc>
          <a:spcPct val="140000"/>
        </a:lnSpc>
        <a:spcBef>
          <a:spcPts val="576"/>
        </a:spcBef>
        <a:buFont typeface="Huawei Sans" panose="020C0503030203020204" pitchFamily="34" charset="0"/>
        <a:buChar char="−"/>
        <a:defRPr sz="1599" kern="120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4pPr>
      <a:lvl5pPr marL="1802879" indent="-201519" algn="l" defTabSz="914034" rtl="0" eaLnBrk="1" fontAlgn="ctr" latinLnBrk="0" hangingPunct="1">
        <a:lnSpc>
          <a:spcPct val="140000"/>
        </a:lnSpc>
        <a:spcBef>
          <a:spcPts val="576"/>
        </a:spcBef>
        <a:buFont typeface="Huawei Sans" panose="020C0503030203020204" pitchFamily="34" charset="0"/>
        <a:buChar char="~"/>
        <a:defRPr sz="1399" kern="120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5pPr>
      <a:lvl6pPr marL="2513594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611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628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646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17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034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051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068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086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103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120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137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2" pos="642" userDrawn="1">
          <p15:clr>
            <a:srgbClr val="F26B43"/>
          </p15:clr>
        </p15:guide>
        <p15:guide id="4" pos="7038" userDrawn="1">
          <p15:clr>
            <a:srgbClr val="F26B43"/>
          </p15:clr>
        </p15:guide>
        <p15:guide id="5" orient="horz" pos="2341" userDrawn="1">
          <p15:clr>
            <a:srgbClr val="F26B43"/>
          </p15:clr>
        </p15:guide>
        <p15:guide id="6" orient="horz" pos="3906" userDrawn="1">
          <p15:clr>
            <a:srgbClr val="F26B43"/>
          </p15:clr>
        </p15:guide>
        <p15:guide id="7" orient="horz" pos="1162" userDrawn="1">
          <p15:clr>
            <a:srgbClr val="F26B43"/>
          </p15:clr>
        </p15:guide>
        <p15:guide id="8" pos="3840" userDrawn="1">
          <p15:clr>
            <a:srgbClr val="F26B43"/>
          </p15:clr>
        </p15:guide>
        <p15:guide id="9" orient="horz" pos="731" userDrawn="1">
          <p15:clr>
            <a:srgbClr val="F26B43"/>
          </p15:clr>
        </p15:guide>
        <p15:guide id="10" orient="horz" pos="867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734131" y="457499"/>
            <a:ext cx="10726032" cy="980113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marL="0" lvl="0" indent="0" defTabSz="1187798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/>
              <a:t>单击此处编辑母版标题样式</a:t>
            </a:r>
          </a:p>
        </p:txBody>
      </p:sp>
      <p:sp>
        <p:nvSpPr>
          <p:cNvPr id="28" name="Rectangle 57"/>
          <p:cNvSpPr>
            <a:spLocks noGrp="1" noChangeArrowheads="1"/>
          </p:cNvSpPr>
          <p:nvPr>
            <p:ph type="body" idx="1"/>
          </p:nvPr>
        </p:nvSpPr>
        <p:spPr bwMode="auto">
          <a:xfrm>
            <a:off x="731838" y="1484313"/>
            <a:ext cx="10728325" cy="4443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3" name="TextBox 2">
            <a:extLst>
              <a:ext uri="{FF2B5EF4-FFF2-40B4-BE49-F238E27FC236}">
                <a16:creationId xmlns:a16="http://schemas.microsoft.com/office/drawing/2014/main" xmlns="" id="{6785A3D6-1271-D247-9E96-1B376F4BE7BE}"/>
              </a:ext>
            </a:extLst>
          </p:cNvPr>
          <p:cNvSpPr txBox="1"/>
          <p:nvPr userDrawn="1"/>
        </p:nvSpPr>
        <p:spPr>
          <a:xfrm>
            <a:off x="1095467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74" b="0" baseline="0" dirty="0">
                <a:solidFill>
                  <a:srgbClr val="1D1D1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Huawei Confidential</a:t>
            </a:r>
          </a:p>
        </p:txBody>
      </p:sp>
      <p:sp>
        <p:nvSpPr>
          <p:cNvPr id="24" name="TextBox 3">
            <a:extLst>
              <a:ext uri="{FF2B5EF4-FFF2-40B4-BE49-F238E27FC236}">
                <a16:creationId xmlns:a16="http://schemas.microsoft.com/office/drawing/2014/main" xmlns="" id="{EABEE2EE-BF4D-7A4A-B3C6-9E47668CCD98}"/>
              </a:ext>
            </a:extLst>
          </p:cNvPr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74" baseline="0" smtClean="0">
                <a:solidFill>
                  <a:srgbClr val="1D1D1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pPr marL="0" marR="0" lvl="0" indent="0" algn="l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74" baseline="0" dirty="0">
              <a:solidFill>
                <a:srgbClr val="1D1D1B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  <p:pic>
        <p:nvPicPr>
          <p:cNvPr id="25" name="图片 24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9" y="6319870"/>
            <a:ext cx="1269075" cy="271153"/>
          </a:xfrm>
          <a:prstGeom prst="rect">
            <a:avLst/>
          </a:prstGeom>
        </p:spPr>
      </p:pic>
      <p:grpSp>
        <p:nvGrpSpPr>
          <p:cNvPr id="29" name="Group 87">
            <a:extLst>
              <a:ext uri="{FF2B5EF4-FFF2-40B4-BE49-F238E27FC236}">
                <a16:creationId xmlns:a16="http://schemas.microsoft.com/office/drawing/2014/main" xmlns="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90471" y="2625389"/>
            <a:ext cx="1963323" cy="4233515"/>
            <a:chOff x="5343885" y="-48857"/>
            <a:chExt cx="3263586" cy="7037279"/>
          </a:xfrm>
        </p:grpSpPr>
        <p:sp>
          <p:nvSpPr>
            <p:cNvPr id="30" name="矩形 13">
              <a:extLst>
                <a:ext uri="{FF2B5EF4-FFF2-40B4-BE49-F238E27FC236}">
                  <a16:creationId xmlns:a16="http://schemas.microsoft.com/office/drawing/2014/main" xmlns="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31" name="文本框 15">
              <a:extLst>
                <a:ext uri="{FF2B5EF4-FFF2-40B4-BE49-F238E27FC236}">
                  <a16:creationId xmlns:a16="http://schemas.microsoft.com/office/drawing/2014/main" xmlns="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公司辅助色</a:t>
              </a:r>
            </a:p>
          </p:txBody>
        </p:sp>
        <p:sp>
          <p:nvSpPr>
            <p:cNvPr id="32" name="矩形 13">
              <a:extLst>
                <a:ext uri="{FF2B5EF4-FFF2-40B4-BE49-F238E27FC236}">
                  <a16:creationId xmlns:a16="http://schemas.microsoft.com/office/drawing/2014/main" xmlns="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33" name="矩形 13">
              <a:extLst>
                <a:ext uri="{FF2B5EF4-FFF2-40B4-BE49-F238E27FC236}">
                  <a16:creationId xmlns:a16="http://schemas.microsoft.com/office/drawing/2014/main" xmlns="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34" name="矩形 13">
              <a:extLst>
                <a:ext uri="{FF2B5EF4-FFF2-40B4-BE49-F238E27FC236}">
                  <a16:creationId xmlns:a16="http://schemas.microsoft.com/office/drawing/2014/main" xmlns="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35" name="矩形 13">
              <a:extLst>
                <a:ext uri="{FF2B5EF4-FFF2-40B4-BE49-F238E27FC236}">
                  <a16:creationId xmlns:a16="http://schemas.microsoft.com/office/drawing/2014/main" xmlns="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36" name="矩形 13">
              <a:extLst>
                <a:ext uri="{FF2B5EF4-FFF2-40B4-BE49-F238E27FC236}">
                  <a16:creationId xmlns:a16="http://schemas.microsoft.com/office/drawing/2014/main" xmlns="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37" name="矩形 13">
              <a:extLst>
                <a:ext uri="{FF2B5EF4-FFF2-40B4-BE49-F238E27FC236}">
                  <a16:creationId xmlns:a16="http://schemas.microsoft.com/office/drawing/2014/main" xmlns="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38" name="文本框 15">
              <a:extLst>
                <a:ext uri="{FF2B5EF4-FFF2-40B4-BE49-F238E27FC236}">
                  <a16:creationId xmlns:a16="http://schemas.microsoft.com/office/drawing/2014/main" xmlns="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公司色</a:t>
              </a:r>
            </a:p>
          </p:txBody>
        </p:sp>
        <p:sp>
          <p:nvSpPr>
            <p:cNvPr id="39" name="矩形 13">
              <a:extLst>
                <a:ext uri="{FF2B5EF4-FFF2-40B4-BE49-F238E27FC236}">
                  <a16:creationId xmlns:a16="http://schemas.microsoft.com/office/drawing/2014/main" xmlns="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40" name="矩形 13">
              <a:extLst>
                <a:ext uri="{FF2B5EF4-FFF2-40B4-BE49-F238E27FC236}">
                  <a16:creationId xmlns:a16="http://schemas.microsoft.com/office/drawing/2014/main" xmlns="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41" name="矩形 13">
              <a:extLst>
                <a:ext uri="{FF2B5EF4-FFF2-40B4-BE49-F238E27FC236}">
                  <a16:creationId xmlns:a16="http://schemas.microsoft.com/office/drawing/2014/main" xmlns="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42" name="矩形 13">
              <a:extLst>
                <a:ext uri="{FF2B5EF4-FFF2-40B4-BE49-F238E27FC236}">
                  <a16:creationId xmlns:a16="http://schemas.microsoft.com/office/drawing/2014/main" xmlns="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43" name="矩形 13">
              <a:extLst>
                <a:ext uri="{FF2B5EF4-FFF2-40B4-BE49-F238E27FC236}">
                  <a16:creationId xmlns:a16="http://schemas.microsoft.com/office/drawing/2014/main" xmlns="" id="{371A8520-F934-304C-B57F-B49F768694E2}"/>
                </a:ext>
              </a:extLst>
            </p:cNvPr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44" name="矩形 13">
              <a:extLst>
                <a:ext uri="{FF2B5EF4-FFF2-40B4-BE49-F238E27FC236}">
                  <a16:creationId xmlns:a16="http://schemas.microsoft.com/office/drawing/2014/main" xmlns="" id="{B83004D7-279B-C14E-9FCF-870FA1B74FDF}"/>
                </a:ext>
              </a:extLst>
            </p:cNvPr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65" name="矩形 13">
              <a:extLst>
                <a:ext uri="{FF2B5EF4-FFF2-40B4-BE49-F238E27FC236}">
                  <a16:creationId xmlns:a16="http://schemas.microsoft.com/office/drawing/2014/main" xmlns="" id="{99635968-4E69-CC41-9D78-6DF253FE3035}"/>
                </a:ext>
              </a:extLst>
            </p:cNvPr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66" name="矩形 13">
              <a:extLst>
                <a:ext uri="{FF2B5EF4-FFF2-40B4-BE49-F238E27FC236}">
                  <a16:creationId xmlns:a16="http://schemas.microsoft.com/office/drawing/2014/main" xmlns="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67" name="矩形 13">
              <a:extLst>
                <a:ext uri="{FF2B5EF4-FFF2-40B4-BE49-F238E27FC236}">
                  <a16:creationId xmlns:a16="http://schemas.microsoft.com/office/drawing/2014/main" xmlns="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68" name="矩形 13">
              <a:extLst>
                <a:ext uri="{FF2B5EF4-FFF2-40B4-BE49-F238E27FC236}">
                  <a16:creationId xmlns:a16="http://schemas.microsoft.com/office/drawing/2014/main" xmlns="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69" name="矩形 13">
              <a:extLst>
                <a:ext uri="{FF2B5EF4-FFF2-40B4-BE49-F238E27FC236}">
                  <a16:creationId xmlns:a16="http://schemas.microsoft.com/office/drawing/2014/main" xmlns="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70" name="矩形 13">
              <a:extLst>
                <a:ext uri="{FF2B5EF4-FFF2-40B4-BE49-F238E27FC236}">
                  <a16:creationId xmlns:a16="http://schemas.microsoft.com/office/drawing/2014/main" xmlns="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71" name="矩形 13">
              <a:extLst>
                <a:ext uri="{FF2B5EF4-FFF2-40B4-BE49-F238E27FC236}">
                  <a16:creationId xmlns:a16="http://schemas.microsoft.com/office/drawing/2014/main" xmlns="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72" name="矩形 13">
              <a:extLst>
                <a:ext uri="{FF2B5EF4-FFF2-40B4-BE49-F238E27FC236}">
                  <a16:creationId xmlns:a16="http://schemas.microsoft.com/office/drawing/2014/main" xmlns="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73" name="矩形 13">
              <a:extLst>
                <a:ext uri="{FF2B5EF4-FFF2-40B4-BE49-F238E27FC236}">
                  <a16:creationId xmlns:a16="http://schemas.microsoft.com/office/drawing/2014/main" xmlns="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74" name="矩形 13">
              <a:extLst>
                <a:ext uri="{FF2B5EF4-FFF2-40B4-BE49-F238E27FC236}">
                  <a16:creationId xmlns:a16="http://schemas.microsoft.com/office/drawing/2014/main" xmlns="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75" name="矩形 13">
              <a:extLst>
                <a:ext uri="{FF2B5EF4-FFF2-40B4-BE49-F238E27FC236}">
                  <a16:creationId xmlns:a16="http://schemas.microsoft.com/office/drawing/2014/main" xmlns="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76" name="矩形 13">
              <a:extLst>
                <a:ext uri="{FF2B5EF4-FFF2-40B4-BE49-F238E27FC236}">
                  <a16:creationId xmlns:a16="http://schemas.microsoft.com/office/drawing/2014/main" xmlns="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77" name="矩形 13">
              <a:extLst>
                <a:ext uri="{FF2B5EF4-FFF2-40B4-BE49-F238E27FC236}">
                  <a16:creationId xmlns:a16="http://schemas.microsoft.com/office/drawing/2014/main" xmlns="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78" name="矩形 13">
              <a:extLst>
                <a:ext uri="{FF2B5EF4-FFF2-40B4-BE49-F238E27FC236}">
                  <a16:creationId xmlns:a16="http://schemas.microsoft.com/office/drawing/2014/main" xmlns="" id="{20725C9F-31AE-DB44-B70A-B4ECDEC0BC00}"/>
                </a:ext>
              </a:extLst>
            </p:cNvPr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79" name="矩形 13">
              <a:extLst>
                <a:ext uri="{FF2B5EF4-FFF2-40B4-BE49-F238E27FC236}">
                  <a16:creationId xmlns:a16="http://schemas.microsoft.com/office/drawing/2014/main" xmlns="" id="{AC5BCC27-B68D-0743-8E0B-E25F8D01C3A4}"/>
                </a:ext>
              </a:extLst>
            </p:cNvPr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80" name="矩形 13">
              <a:extLst>
                <a:ext uri="{FF2B5EF4-FFF2-40B4-BE49-F238E27FC236}">
                  <a16:creationId xmlns:a16="http://schemas.microsoft.com/office/drawing/2014/main" xmlns="" id="{51C2E83A-C975-6945-B2FD-5B22BBB53DB7}"/>
                </a:ext>
              </a:extLst>
            </p:cNvPr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81" name="矩形 13">
              <a:extLst>
                <a:ext uri="{FF2B5EF4-FFF2-40B4-BE49-F238E27FC236}">
                  <a16:creationId xmlns:a16="http://schemas.microsoft.com/office/drawing/2014/main" xmlns="" id="{BEE9A95F-6965-354F-A2C7-2E8C81DDA52F}"/>
                </a:ext>
              </a:extLst>
            </p:cNvPr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190/23/238</a:t>
              </a:r>
            </a:p>
          </p:txBody>
        </p:sp>
        <p:sp>
          <p:nvSpPr>
            <p:cNvPr id="82" name="矩形 13">
              <a:extLst>
                <a:ext uri="{FF2B5EF4-FFF2-40B4-BE49-F238E27FC236}">
                  <a16:creationId xmlns:a16="http://schemas.microsoft.com/office/drawing/2014/main" xmlns="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83" name="矩形 13">
              <a:extLst>
                <a:ext uri="{FF2B5EF4-FFF2-40B4-BE49-F238E27FC236}">
                  <a16:creationId xmlns:a16="http://schemas.microsoft.com/office/drawing/2014/main" xmlns="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84" name="矩形 13">
              <a:extLst>
                <a:ext uri="{FF2B5EF4-FFF2-40B4-BE49-F238E27FC236}">
                  <a16:creationId xmlns:a16="http://schemas.microsoft.com/office/drawing/2014/main" xmlns="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35/24/21</a:t>
              </a:r>
            </a:p>
          </p:txBody>
        </p:sp>
        <p:sp>
          <p:nvSpPr>
            <p:cNvPr id="85" name="矩形 13">
              <a:extLst>
                <a:ext uri="{FF2B5EF4-FFF2-40B4-BE49-F238E27FC236}">
                  <a16:creationId xmlns:a16="http://schemas.microsoft.com/office/drawing/2014/main" xmlns="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86" name="矩形 13">
              <a:extLst>
                <a:ext uri="{FF2B5EF4-FFF2-40B4-BE49-F238E27FC236}">
                  <a16:creationId xmlns:a16="http://schemas.microsoft.com/office/drawing/2014/main" xmlns="" id="{0B0545C9-147F-584F-80D2-EF13876D7D33}"/>
                </a:ext>
              </a:extLst>
            </p:cNvPr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87" name="矩形 13">
              <a:extLst>
                <a:ext uri="{FF2B5EF4-FFF2-40B4-BE49-F238E27FC236}">
                  <a16:creationId xmlns:a16="http://schemas.microsoft.com/office/drawing/2014/main" xmlns="" id="{44FD0A0B-0D45-3340-A523-465AC24134BF}"/>
                </a:ext>
              </a:extLst>
            </p:cNvPr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88" name="矩形 13">
              <a:extLst>
                <a:ext uri="{FF2B5EF4-FFF2-40B4-BE49-F238E27FC236}">
                  <a16:creationId xmlns:a16="http://schemas.microsoft.com/office/drawing/2014/main" xmlns="" id="{2C404A07-276B-3648-BB25-4EDB5905448C}"/>
                </a:ext>
              </a:extLst>
            </p:cNvPr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89" name="矩形 13">
              <a:extLst>
                <a:ext uri="{FF2B5EF4-FFF2-40B4-BE49-F238E27FC236}">
                  <a16:creationId xmlns:a16="http://schemas.microsoft.com/office/drawing/2014/main" xmlns="" id="{72B0F29C-A346-8946-9B8E-8F1B9DFF7AD0}"/>
                </a:ext>
              </a:extLst>
            </p:cNvPr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30900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69" r:id="rId2"/>
    <p:sldLayoutId id="2147483862" r:id="rId3"/>
    <p:sldLayoutId id="2147483870" r:id="rId4"/>
    <p:sldLayoutId id="2147483863" r:id="rId5"/>
    <p:sldLayoutId id="2147483881" r:id="rId6"/>
  </p:sldLayoutIdLst>
  <p:txStyles>
    <p:titleStyle>
      <a:lvl1pPr algn="l" defTabSz="914034" rtl="0" eaLnBrk="1" fontAlgn="base" latinLnBrk="0" hangingPunct="1">
        <a:lnSpc>
          <a:spcPct val="90000"/>
        </a:lnSpc>
        <a:spcBef>
          <a:spcPct val="0"/>
        </a:spcBef>
        <a:buNone/>
        <a:defRPr lang="zh-CN" altLang="en-US" sz="3200" kern="1200" baseline="0" dirty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1pPr>
    </p:titleStyle>
    <p:bodyStyle>
      <a:lvl1pPr marL="302279" indent="-302279" algn="l" defTabSz="914034" rtl="0" eaLnBrk="1" fontAlgn="ctr" latinLnBrk="0" hangingPunct="1">
        <a:lnSpc>
          <a:spcPct val="140000"/>
        </a:lnSpc>
        <a:spcBef>
          <a:spcPts val="792"/>
        </a:spcBef>
        <a:buSzPct val="50000"/>
        <a:buFont typeface="Wingdings" panose="05000000000000000000" pitchFamily="2" charset="2"/>
        <a:buChar char="l"/>
        <a:defRPr sz="2199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1pPr>
      <a:lvl2pPr marL="654938" indent="-251899" algn="l" defTabSz="914034" rtl="0" eaLnBrk="1" fontAlgn="ctr" latinLnBrk="0" hangingPunct="1">
        <a:lnSpc>
          <a:spcPct val="140000"/>
        </a:lnSpc>
        <a:spcBef>
          <a:spcPts val="720"/>
        </a:spcBef>
        <a:buClrTx/>
        <a:buSzPct val="50000"/>
        <a:buFont typeface="Wingdings" panose="05000000000000000000" pitchFamily="2" charset="2"/>
        <a:buChar char="p"/>
        <a:defRPr sz="1999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2pPr>
      <a:lvl3pPr marL="1003998" indent="-201519" algn="l" defTabSz="914034" rtl="0" eaLnBrk="1" fontAlgn="ctr" latinLnBrk="0" hangingPunct="1">
        <a:lnSpc>
          <a:spcPct val="140000"/>
        </a:lnSpc>
        <a:spcBef>
          <a:spcPts val="648"/>
        </a:spcBef>
        <a:buClrTx/>
        <a:buSzPct val="50000"/>
        <a:buFont typeface="Wingdings" panose="05000000000000000000" pitchFamily="2" charset="2"/>
        <a:buChar char="n"/>
        <a:defRPr sz="1799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3pPr>
      <a:lvl4pPr marL="1399840" indent="-197921" algn="l" defTabSz="914034" rtl="0" eaLnBrk="1" fontAlgn="ctr" latinLnBrk="0" hangingPunct="1">
        <a:lnSpc>
          <a:spcPct val="140000"/>
        </a:lnSpc>
        <a:spcBef>
          <a:spcPts val="576"/>
        </a:spcBef>
        <a:buFont typeface="Huawei Sans" panose="020C0503030203020204" pitchFamily="34" charset="0"/>
        <a:buChar char="−"/>
        <a:defRPr sz="1599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4pPr>
      <a:lvl5pPr marL="1802879" indent="-201519" algn="l" defTabSz="914034" rtl="0" eaLnBrk="1" fontAlgn="ctr" latinLnBrk="0" hangingPunct="1">
        <a:lnSpc>
          <a:spcPct val="140000"/>
        </a:lnSpc>
        <a:spcBef>
          <a:spcPts val="576"/>
        </a:spcBef>
        <a:buFont typeface="Huawei Sans" panose="020C0503030203020204" pitchFamily="34" charset="0"/>
        <a:buChar char="~"/>
        <a:defRPr sz="1399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5pPr>
      <a:lvl6pPr marL="2513594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611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628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646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17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034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051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068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086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103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120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137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2" pos="7219">
          <p15:clr>
            <a:srgbClr val="F26B43"/>
          </p15:clr>
        </p15:guide>
        <p15:guide id="3" orient="horz" pos="278" userDrawn="1">
          <p15:clr>
            <a:srgbClr val="F26B43"/>
          </p15:clr>
        </p15:guide>
        <p15:guide id="4" orient="horz" pos="3906">
          <p15:clr>
            <a:srgbClr val="F26B43"/>
          </p15:clr>
        </p15:guide>
        <p15:guide id="6" pos="3840">
          <p15:clr>
            <a:srgbClr val="F26B43"/>
          </p15:clr>
        </p15:guide>
        <p15:guide id="7" pos="461" userDrawn="1">
          <p15:clr>
            <a:srgbClr val="F26B43"/>
          </p15:clr>
        </p15:guide>
        <p15:guide id="8" orient="horz" pos="2160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87">
            <a:extLst>
              <a:ext uri="{FF2B5EF4-FFF2-40B4-BE49-F238E27FC236}">
                <a16:creationId xmlns:a16="http://schemas.microsoft.com/office/drawing/2014/main" xmlns="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90471" y="2625389"/>
            <a:ext cx="1963323" cy="4233515"/>
            <a:chOff x="5343885" y="-48857"/>
            <a:chExt cx="3263586" cy="7037279"/>
          </a:xfrm>
        </p:grpSpPr>
        <p:sp>
          <p:nvSpPr>
            <p:cNvPr id="30" name="矩形 13">
              <a:extLst>
                <a:ext uri="{FF2B5EF4-FFF2-40B4-BE49-F238E27FC236}">
                  <a16:creationId xmlns:a16="http://schemas.microsoft.com/office/drawing/2014/main" xmlns="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31" name="文本框 15">
              <a:extLst>
                <a:ext uri="{FF2B5EF4-FFF2-40B4-BE49-F238E27FC236}">
                  <a16:creationId xmlns:a16="http://schemas.microsoft.com/office/drawing/2014/main" xmlns="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公司辅助色</a:t>
              </a:r>
            </a:p>
          </p:txBody>
        </p:sp>
        <p:sp>
          <p:nvSpPr>
            <p:cNvPr id="32" name="矩形 13">
              <a:extLst>
                <a:ext uri="{FF2B5EF4-FFF2-40B4-BE49-F238E27FC236}">
                  <a16:creationId xmlns:a16="http://schemas.microsoft.com/office/drawing/2014/main" xmlns="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33" name="矩形 13">
              <a:extLst>
                <a:ext uri="{FF2B5EF4-FFF2-40B4-BE49-F238E27FC236}">
                  <a16:creationId xmlns:a16="http://schemas.microsoft.com/office/drawing/2014/main" xmlns="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34" name="矩形 13">
              <a:extLst>
                <a:ext uri="{FF2B5EF4-FFF2-40B4-BE49-F238E27FC236}">
                  <a16:creationId xmlns:a16="http://schemas.microsoft.com/office/drawing/2014/main" xmlns="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35" name="矩形 13">
              <a:extLst>
                <a:ext uri="{FF2B5EF4-FFF2-40B4-BE49-F238E27FC236}">
                  <a16:creationId xmlns:a16="http://schemas.microsoft.com/office/drawing/2014/main" xmlns="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36" name="矩形 13">
              <a:extLst>
                <a:ext uri="{FF2B5EF4-FFF2-40B4-BE49-F238E27FC236}">
                  <a16:creationId xmlns:a16="http://schemas.microsoft.com/office/drawing/2014/main" xmlns="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37" name="矩形 13">
              <a:extLst>
                <a:ext uri="{FF2B5EF4-FFF2-40B4-BE49-F238E27FC236}">
                  <a16:creationId xmlns:a16="http://schemas.microsoft.com/office/drawing/2014/main" xmlns="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38" name="文本框 15">
              <a:extLst>
                <a:ext uri="{FF2B5EF4-FFF2-40B4-BE49-F238E27FC236}">
                  <a16:creationId xmlns:a16="http://schemas.microsoft.com/office/drawing/2014/main" xmlns="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公司色</a:t>
              </a:r>
            </a:p>
          </p:txBody>
        </p:sp>
        <p:sp>
          <p:nvSpPr>
            <p:cNvPr id="39" name="矩形 13">
              <a:extLst>
                <a:ext uri="{FF2B5EF4-FFF2-40B4-BE49-F238E27FC236}">
                  <a16:creationId xmlns:a16="http://schemas.microsoft.com/office/drawing/2014/main" xmlns="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40" name="矩形 13">
              <a:extLst>
                <a:ext uri="{FF2B5EF4-FFF2-40B4-BE49-F238E27FC236}">
                  <a16:creationId xmlns:a16="http://schemas.microsoft.com/office/drawing/2014/main" xmlns="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41" name="矩形 13">
              <a:extLst>
                <a:ext uri="{FF2B5EF4-FFF2-40B4-BE49-F238E27FC236}">
                  <a16:creationId xmlns:a16="http://schemas.microsoft.com/office/drawing/2014/main" xmlns="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42" name="矩形 13">
              <a:extLst>
                <a:ext uri="{FF2B5EF4-FFF2-40B4-BE49-F238E27FC236}">
                  <a16:creationId xmlns:a16="http://schemas.microsoft.com/office/drawing/2014/main" xmlns="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43" name="矩形 13">
              <a:extLst>
                <a:ext uri="{FF2B5EF4-FFF2-40B4-BE49-F238E27FC236}">
                  <a16:creationId xmlns:a16="http://schemas.microsoft.com/office/drawing/2014/main" xmlns="" id="{371A8520-F934-304C-B57F-B49F768694E2}"/>
                </a:ext>
              </a:extLst>
            </p:cNvPr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44" name="矩形 13">
              <a:extLst>
                <a:ext uri="{FF2B5EF4-FFF2-40B4-BE49-F238E27FC236}">
                  <a16:creationId xmlns:a16="http://schemas.microsoft.com/office/drawing/2014/main" xmlns="" id="{B83004D7-279B-C14E-9FCF-870FA1B74FDF}"/>
                </a:ext>
              </a:extLst>
            </p:cNvPr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45" name="矩形 13">
              <a:extLst>
                <a:ext uri="{FF2B5EF4-FFF2-40B4-BE49-F238E27FC236}">
                  <a16:creationId xmlns:a16="http://schemas.microsoft.com/office/drawing/2014/main" xmlns="" id="{99635968-4E69-CC41-9D78-6DF253FE3035}"/>
                </a:ext>
              </a:extLst>
            </p:cNvPr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46" name="矩形 13">
              <a:extLst>
                <a:ext uri="{FF2B5EF4-FFF2-40B4-BE49-F238E27FC236}">
                  <a16:creationId xmlns:a16="http://schemas.microsoft.com/office/drawing/2014/main" xmlns="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47" name="矩形 13">
              <a:extLst>
                <a:ext uri="{FF2B5EF4-FFF2-40B4-BE49-F238E27FC236}">
                  <a16:creationId xmlns:a16="http://schemas.microsoft.com/office/drawing/2014/main" xmlns="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48" name="矩形 13">
              <a:extLst>
                <a:ext uri="{FF2B5EF4-FFF2-40B4-BE49-F238E27FC236}">
                  <a16:creationId xmlns:a16="http://schemas.microsoft.com/office/drawing/2014/main" xmlns="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49" name="矩形 13">
              <a:extLst>
                <a:ext uri="{FF2B5EF4-FFF2-40B4-BE49-F238E27FC236}">
                  <a16:creationId xmlns:a16="http://schemas.microsoft.com/office/drawing/2014/main" xmlns="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50" name="矩形 13">
              <a:extLst>
                <a:ext uri="{FF2B5EF4-FFF2-40B4-BE49-F238E27FC236}">
                  <a16:creationId xmlns:a16="http://schemas.microsoft.com/office/drawing/2014/main" xmlns="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51" name="矩形 13">
              <a:extLst>
                <a:ext uri="{FF2B5EF4-FFF2-40B4-BE49-F238E27FC236}">
                  <a16:creationId xmlns:a16="http://schemas.microsoft.com/office/drawing/2014/main" xmlns="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52" name="矩形 13">
              <a:extLst>
                <a:ext uri="{FF2B5EF4-FFF2-40B4-BE49-F238E27FC236}">
                  <a16:creationId xmlns:a16="http://schemas.microsoft.com/office/drawing/2014/main" xmlns="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53" name="矩形 13">
              <a:extLst>
                <a:ext uri="{FF2B5EF4-FFF2-40B4-BE49-F238E27FC236}">
                  <a16:creationId xmlns:a16="http://schemas.microsoft.com/office/drawing/2014/main" xmlns="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54" name="矩形 13">
              <a:extLst>
                <a:ext uri="{FF2B5EF4-FFF2-40B4-BE49-F238E27FC236}">
                  <a16:creationId xmlns:a16="http://schemas.microsoft.com/office/drawing/2014/main" xmlns="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55" name="矩形 13">
              <a:extLst>
                <a:ext uri="{FF2B5EF4-FFF2-40B4-BE49-F238E27FC236}">
                  <a16:creationId xmlns:a16="http://schemas.microsoft.com/office/drawing/2014/main" xmlns="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56" name="矩形 13">
              <a:extLst>
                <a:ext uri="{FF2B5EF4-FFF2-40B4-BE49-F238E27FC236}">
                  <a16:creationId xmlns:a16="http://schemas.microsoft.com/office/drawing/2014/main" xmlns="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57" name="矩形 13">
              <a:extLst>
                <a:ext uri="{FF2B5EF4-FFF2-40B4-BE49-F238E27FC236}">
                  <a16:creationId xmlns:a16="http://schemas.microsoft.com/office/drawing/2014/main" xmlns="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58" name="矩形 13">
              <a:extLst>
                <a:ext uri="{FF2B5EF4-FFF2-40B4-BE49-F238E27FC236}">
                  <a16:creationId xmlns:a16="http://schemas.microsoft.com/office/drawing/2014/main" xmlns="" id="{20725C9F-31AE-DB44-B70A-B4ECDEC0BC00}"/>
                </a:ext>
              </a:extLst>
            </p:cNvPr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59" name="矩形 13">
              <a:extLst>
                <a:ext uri="{FF2B5EF4-FFF2-40B4-BE49-F238E27FC236}">
                  <a16:creationId xmlns:a16="http://schemas.microsoft.com/office/drawing/2014/main" xmlns="" id="{AC5BCC27-B68D-0743-8E0B-E25F8D01C3A4}"/>
                </a:ext>
              </a:extLst>
            </p:cNvPr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60" name="矩形 13">
              <a:extLst>
                <a:ext uri="{FF2B5EF4-FFF2-40B4-BE49-F238E27FC236}">
                  <a16:creationId xmlns:a16="http://schemas.microsoft.com/office/drawing/2014/main" xmlns="" id="{51C2E83A-C975-6945-B2FD-5B22BBB53DB7}"/>
                </a:ext>
              </a:extLst>
            </p:cNvPr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61" name="矩形 13">
              <a:extLst>
                <a:ext uri="{FF2B5EF4-FFF2-40B4-BE49-F238E27FC236}">
                  <a16:creationId xmlns:a16="http://schemas.microsoft.com/office/drawing/2014/main" xmlns="" id="{BEE9A95F-6965-354F-A2C7-2E8C81DDA52F}"/>
                </a:ext>
              </a:extLst>
            </p:cNvPr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190/23/238</a:t>
              </a:r>
            </a:p>
          </p:txBody>
        </p:sp>
        <p:sp>
          <p:nvSpPr>
            <p:cNvPr id="62" name="矩形 13">
              <a:extLst>
                <a:ext uri="{FF2B5EF4-FFF2-40B4-BE49-F238E27FC236}">
                  <a16:creationId xmlns:a16="http://schemas.microsoft.com/office/drawing/2014/main" xmlns="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63" name="矩形 13">
              <a:extLst>
                <a:ext uri="{FF2B5EF4-FFF2-40B4-BE49-F238E27FC236}">
                  <a16:creationId xmlns:a16="http://schemas.microsoft.com/office/drawing/2014/main" xmlns="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64" name="矩形 13">
              <a:extLst>
                <a:ext uri="{FF2B5EF4-FFF2-40B4-BE49-F238E27FC236}">
                  <a16:creationId xmlns:a16="http://schemas.microsoft.com/office/drawing/2014/main" xmlns="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35/24/21</a:t>
              </a:r>
            </a:p>
          </p:txBody>
        </p:sp>
        <p:sp>
          <p:nvSpPr>
            <p:cNvPr id="65" name="矩形 13">
              <a:extLst>
                <a:ext uri="{FF2B5EF4-FFF2-40B4-BE49-F238E27FC236}">
                  <a16:creationId xmlns:a16="http://schemas.microsoft.com/office/drawing/2014/main" xmlns="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66" name="矩形 13">
              <a:extLst>
                <a:ext uri="{FF2B5EF4-FFF2-40B4-BE49-F238E27FC236}">
                  <a16:creationId xmlns:a16="http://schemas.microsoft.com/office/drawing/2014/main" xmlns="" id="{0B0545C9-147F-584F-80D2-EF13876D7D33}"/>
                </a:ext>
              </a:extLst>
            </p:cNvPr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67" name="矩形 13">
              <a:extLst>
                <a:ext uri="{FF2B5EF4-FFF2-40B4-BE49-F238E27FC236}">
                  <a16:creationId xmlns:a16="http://schemas.microsoft.com/office/drawing/2014/main" xmlns="" id="{44FD0A0B-0D45-3340-A523-465AC24134BF}"/>
                </a:ext>
              </a:extLst>
            </p:cNvPr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68" name="矩形 13">
              <a:extLst>
                <a:ext uri="{FF2B5EF4-FFF2-40B4-BE49-F238E27FC236}">
                  <a16:creationId xmlns:a16="http://schemas.microsoft.com/office/drawing/2014/main" xmlns="" id="{2C404A07-276B-3648-BB25-4EDB5905448C}"/>
                </a:ext>
              </a:extLst>
            </p:cNvPr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69" name="矩形 13">
              <a:extLst>
                <a:ext uri="{FF2B5EF4-FFF2-40B4-BE49-F238E27FC236}">
                  <a16:creationId xmlns:a16="http://schemas.microsoft.com/office/drawing/2014/main" xmlns="" id="{72B0F29C-A346-8946-9B8E-8F1B9DFF7AD0}"/>
                </a:ext>
              </a:extLst>
            </p:cNvPr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  <p:sp>
        <p:nvSpPr>
          <p:cNvPr id="70" name="Title Placeholder 1">
            <a:extLst>
              <a:ext uri="{FF2B5EF4-FFF2-40B4-BE49-F238E27FC236}">
                <a16:creationId xmlns:a16="http://schemas.microsoft.com/office/drawing/2014/main" xmlns="" id="{145F1158-B1AA-8F41-AF0A-FEA0EC187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573" y="1474269"/>
            <a:ext cx="3984232" cy="28160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1" name="Text Placeholder 1">
            <a:extLst>
              <a:ext uri="{FF2B5EF4-FFF2-40B4-BE49-F238E27FC236}">
                <a16:creationId xmlns:a16="http://schemas.microsoft.com/office/drawing/2014/main" xmlns="" id="{F8FC7CCD-75EB-9C44-BC7D-29679334A8CA}"/>
              </a:ext>
            </a:extLst>
          </p:cNvPr>
          <p:cNvSpPr txBox="1">
            <a:spLocks/>
          </p:cNvSpPr>
          <p:nvPr userDrawn="1"/>
        </p:nvSpPr>
        <p:spPr>
          <a:xfrm>
            <a:off x="7979357" y="2794960"/>
            <a:ext cx="3225168" cy="202996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65"/>
              </a:lnSpc>
            </a:pP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Copyright©2021 Huawei Technologies Co., Ltd.</a:t>
            </a:r>
            <a:b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</a:b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All Rights Reserved.</a:t>
            </a:r>
            <a:r>
              <a:rPr kumimoji="1" lang="en-US" altLang="zh-CN" sz="779" dirty="0">
                <a:solidFill>
                  <a:srgbClr val="1D1D1B"/>
                </a:solidFill>
                <a:latin typeface="+mn-lt"/>
              </a:rPr>
              <a:t/>
            </a:r>
            <a:br>
              <a:rPr kumimoji="1" lang="en-US" altLang="zh-CN" sz="779" dirty="0">
                <a:solidFill>
                  <a:srgbClr val="1D1D1B"/>
                </a:solidFill>
                <a:latin typeface="+mn-lt"/>
              </a:rPr>
            </a:br>
            <a:r>
              <a:rPr kumimoji="1" lang="en-US" altLang="zh-CN" sz="779" dirty="0">
                <a:solidFill>
                  <a:srgbClr val="1D1D1B"/>
                </a:solidFill>
                <a:latin typeface="+mn-lt"/>
              </a:rPr>
              <a:t/>
            </a:r>
            <a:br>
              <a:rPr kumimoji="1" lang="en-US" altLang="zh-CN" sz="779" dirty="0">
                <a:solidFill>
                  <a:srgbClr val="1D1D1B"/>
                </a:solidFill>
                <a:latin typeface="+mn-lt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information in this document may contain predictive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statements including, without limitation, statements regarding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future financial and operating results, future product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portfolio, new technology, etc. There are a number of factors that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could cause actual results and developments to differ materially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from those expressed or implied in the predictive statements.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Therefore, such information is provided for reference purpose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only and constitutes neither an offer nor an acceptance. Huawei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may change the information at any time without notice. </a:t>
            </a:r>
          </a:p>
          <a:p>
            <a:pPr>
              <a:lnSpc>
                <a:spcPts val="1065"/>
              </a:lnSpc>
            </a:pPr>
            <a:endParaRPr kumimoji="1" lang="zh-CN" altLang="en-US" sz="779" dirty="0">
              <a:solidFill>
                <a:srgbClr val="1D1D1B"/>
              </a:solidFill>
              <a:latin typeface="+mn-lt"/>
            </a:endParaRPr>
          </a:p>
        </p:txBody>
      </p:sp>
      <p:sp>
        <p:nvSpPr>
          <p:cNvPr id="72" name="Subtitle 6">
            <a:extLst>
              <a:ext uri="{FF2B5EF4-FFF2-40B4-BE49-F238E27FC236}">
                <a16:creationId xmlns:a16="http://schemas.microsoft.com/office/drawing/2014/main" xmlns="" id="{12B8F806-ABD5-064C-8793-5E22C72554FD}"/>
              </a:ext>
            </a:extLst>
          </p:cNvPr>
          <p:cNvSpPr txBox="1">
            <a:spLocks/>
          </p:cNvSpPr>
          <p:nvPr userDrawn="1"/>
        </p:nvSpPr>
        <p:spPr>
          <a:xfrm>
            <a:off x="7987276" y="1631849"/>
            <a:ext cx="3477701" cy="4911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81"/>
              </a:lnSpc>
              <a:spcBef>
                <a:spcPts val="0"/>
              </a:spcBef>
            </a:pPr>
            <a:r>
              <a:rPr kumimoji="1" lang="zh-CN" altLang="en-US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>把数字世界带入每个人、每个家庭、</a:t>
            </a:r>
            <a:r>
              <a:rPr kumimoji="1" lang="en-US" altLang="zh-CN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/>
            </a:r>
            <a:br>
              <a:rPr kumimoji="1" lang="en-US" altLang="zh-CN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</a:br>
            <a:r>
              <a:rPr kumimoji="1" lang="zh-CN" altLang="en-US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>每个组织，构建万物互联的智能世界。</a:t>
            </a:r>
          </a:p>
        </p:txBody>
      </p:sp>
      <p:sp>
        <p:nvSpPr>
          <p:cNvPr id="73" name="Subtitle 6">
            <a:extLst>
              <a:ext uri="{FF2B5EF4-FFF2-40B4-BE49-F238E27FC236}">
                <a16:creationId xmlns:a16="http://schemas.microsoft.com/office/drawing/2014/main" xmlns="" id="{F1235B6F-D691-2C40-93D4-EC5427ADDFB0}"/>
              </a:ext>
            </a:extLst>
          </p:cNvPr>
          <p:cNvSpPr txBox="1">
            <a:spLocks/>
          </p:cNvSpPr>
          <p:nvPr userDrawn="1"/>
        </p:nvSpPr>
        <p:spPr>
          <a:xfrm>
            <a:off x="7977672" y="2106124"/>
            <a:ext cx="3481833" cy="5828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94"/>
              </a:lnSpc>
            </a:pP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Bring digital to every person, home, and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organization for a fully connected,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intelligent world.</a:t>
            </a:r>
            <a:endParaRPr kumimoji="1" lang="zh-CN" altLang="en-US" sz="1200" dirty="0">
              <a:solidFill>
                <a:srgbClr val="1D1D1B"/>
              </a:solidFill>
              <a:latin typeface="+mn-lt"/>
              <a:ea typeface="Microsoft YaHei" charset="-122"/>
              <a:cs typeface="Microsoft YaHei" charset="-122"/>
            </a:endParaRPr>
          </a:p>
        </p:txBody>
      </p:sp>
      <p:pic>
        <p:nvPicPr>
          <p:cNvPr id="74" name="图片 7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5497" y="5251150"/>
            <a:ext cx="1869596" cy="399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98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8" r:id="rId1"/>
  </p:sldLayoutIdLst>
  <p:hf hdr="0" ftr="0" dt="0"/>
  <p:txStyles>
    <p:titleStyle>
      <a:lvl1pPr algn="l" defTabSz="1187323" rtl="0" eaLnBrk="1" latinLnBrk="0" hangingPunct="1">
        <a:lnSpc>
          <a:spcPct val="90000"/>
        </a:lnSpc>
        <a:spcBef>
          <a:spcPct val="0"/>
        </a:spcBef>
        <a:buNone/>
        <a:defRPr sz="4998" b="0" kern="120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Huawei Sans" panose="020C0503030203020204" pitchFamily="34" charset="0"/>
        </a:defRPr>
      </a:lvl1pPr>
    </p:titleStyle>
    <p:bodyStyle>
      <a:lvl1pPr marL="0" indent="0" algn="l" defTabSz="1187323" rtl="0" eaLnBrk="1" latinLnBrk="0" hangingPunct="1">
        <a:lnSpc>
          <a:spcPct val="90000"/>
        </a:lnSpc>
        <a:spcBef>
          <a:spcPts val="1298"/>
        </a:spcBef>
        <a:buFont typeface="Arial" panose="020B0604020202020204" pitchFamily="34" charset="0"/>
        <a:buNone/>
        <a:defRPr sz="1818" kern="1200">
          <a:solidFill>
            <a:srgbClr val="FFFFFF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1pPr>
      <a:lvl2pPr marL="593662" indent="0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3117" kern="1200">
          <a:solidFill>
            <a:schemeClr val="tx1"/>
          </a:solidFill>
          <a:latin typeface="+mn-lt"/>
          <a:ea typeface="+mn-ea"/>
          <a:cs typeface="+mn-cs"/>
        </a:defRPr>
      </a:lvl2pPr>
      <a:lvl3pPr marL="1187323" indent="0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597" kern="1200">
          <a:solidFill>
            <a:schemeClr val="tx1"/>
          </a:solidFill>
          <a:latin typeface="+mn-lt"/>
          <a:ea typeface="+mn-ea"/>
          <a:cs typeface="+mn-cs"/>
        </a:defRPr>
      </a:lvl3pPr>
      <a:lvl4pPr marL="1780986" indent="0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7" kern="1200">
          <a:solidFill>
            <a:schemeClr val="tx1"/>
          </a:solidFill>
          <a:latin typeface="+mn-lt"/>
          <a:ea typeface="+mn-ea"/>
          <a:cs typeface="+mn-cs"/>
        </a:defRPr>
      </a:lvl4pPr>
      <a:lvl5pPr marL="2374648" indent="0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7" kern="1200">
          <a:solidFill>
            <a:schemeClr val="tx1"/>
          </a:solidFill>
          <a:latin typeface="+mn-lt"/>
          <a:ea typeface="+mn-ea"/>
          <a:cs typeface="+mn-cs"/>
        </a:defRPr>
      </a:lvl5pPr>
      <a:lvl6pPr marL="3265140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6pPr>
      <a:lvl7pPr marL="3858802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7pPr>
      <a:lvl8pPr marL="445246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8pPr>
      <a:lvl9pPr marL="5046125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1pPr>
      <a:lvl2pPr marL="593662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2pPr>
      <a:lvl3pPr marL="1187323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3pPr>
      <a:lvl4pPr marL="1780986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4pPr>
      <a:lvl5pPr marL="2374648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5pPr>
      <a:lvl6pPr marL="2968309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6pPr>
      <a:lvl7pPr marL="3561971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7pPr>
      <a:lvl8pPr marL="4155634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8pPr>
      <a:lvl9pPr marL="4749295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1">
          <p15:clr>
            <a:srgbClr val="F26B43"/>
          </p15:clr>
        </p15:guide>
        <p15:guide id="2" pos="3842">
          <p15:clr>
            <a:srgbClr val="F26B43"/>
          </p15:clr>
        </p15:guide>
        <p15:guide id="3" pos="461" userDrawn="1">
          <p15:clr>
            <a:srgbClr val="F26B43"/>
          </p15:clr>
        </p15:guide>
        <p15:guide id="4" pos="7197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79" descr="d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24589"/>
            <a:ext cx="12200467" cy="636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4" name="Text Box 8"/>
          <p:cNvSpPr txBox="1">
            <a:spLocks noChangeArrowheads="1"/>
          </p:cNvSpPr>
          <p:nvPr/>
        </p:nvSpPr>
        <p:spPr bwMode="auto">
          <a:xfrm>
            <a:off x="1007533" y="6451600"/>
            <a:ext cx="2680326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80114" bIns="0">
            <a:spAutoFit/>
          </a:bodyPr>
          <a:lstStyle>
            <a:lvl1pPr defTabSz="801688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01688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01688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01688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01688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200">
                <a:solidFill>
                  <a:srgbClr val="000000"/>
                </a:solidFill>
                <a:latin typeface="FrutigerNext LT Bold" pitchFamily="34" charset="0"/>
                <a:ea typeface="MS PGothic" pitchFamily="34" charset="-128"/>
              </a:rPr>
              <a:t>HUAWEI TECHNOLOGIES CO., LTD.</a:t>
            </a:r>
          </a:p>
        </p:txBody>
      </p:sp>
      <p:pic>
        <p:nvPicPr>
          <p:cNvPr id="10244" name="Picture 9" descr="8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11834" y="6386514"/>
            <a:ext cx="1748367" cy="312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6" name="Rectangle 13"/>
          <p:cNvSpPr>
            <a:spLocks noGrp="1" noChangeArrowheads="1"/>
          </p:cNvSpPr>
          <p:nvPr>
            <p:ph type="title"/>
          </p:nvPr>
        </p:nvSpPr>
        <p:spPr bwMode="auto">
          <a:xfrm>
            <a:off x="1007534" y="325439"/>
            <a:ext cx="10176933" cy="871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40064" rIns="80129" bIns="4006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48" name="Rectangle 68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07534" y="1628776"/>
            <a:ext cx="10176933" cy="419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0142" tIns="40070" rIns="80142" bIns="4007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49" name="Rectangle 15"/>
          <p:cNvSpPr>
            <a:spLocks noChangeArrowheads="1"/>
          </p:cNvSpPr>
          <p:nvPr/>
        </p:nvSpPr>
        <p:spPr bwMode="auto">
          <a:xfrm>
            <a:off x="-2603500" y="692150"/>
            <a:ext cx="2459567" cy="5500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0124" tIns="40063" rIns="80124" bIns="40063">
            <a:spAutoFit/>
          </a:bodyPr>
          <a:lstStyle/>
          <a:p>
            <a:pPr marL="342900" indent="-342900" algn="r" defTabSz="914400" eaLnBrk="0" fontAlgn="base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sz="1100">
                <a:solidFill>
                  <a:srgbClr val="FFFFFF"/>
                </a:solidFill>
                <a:latin typeface="Calibri" pitchFamily="34" charset="0"/>
                <a:ea typeface="宋体" pitchFamily="2" charset="-122"/>
              </a:rPr>
              <a:t>英文标题</a:t>
            </a:r>
            <a:r>
              <a:rPr lang="en-US" altLang="zh-CN" sz="1100">
                <a:solidFill>
                  <a:srgbClr val="FFFFFF"/>
                </a:solidFill>
                <a:latin typeface="Calibri" pitchFamily="34" charset="0"/>
                <a:ea typeface="宋体" pitchFamily="2" charset="-122"/>
              </a:rPr>
              <a:t>:32-35pt  </a:t>
            </a:r>
            <a:endParaRPr lang="zh-CN" altLang="en-US" sz="1100">
              <a:solidFill>
                <a:srgbClr val="FFFFFF"/>
              </a:solidFill>
              <a:latin typeface="Calibri" pitchFamily="34" charset="0"/>
              <a:ea typeface="宋体" pitchFamily="2" charset="-122"/>
            </a:endParaRPr>
          </a:p>
          <a:p>
            <a:pPr marL="342900" indent="-342900" algn="r" defTabSz="914400" eaLnBrk="0" fontAlgn="base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sz="1100">
                <a:solidFill>
                  <a:srgbClr val="FFFFFF"/>
                </a:solidFill>
                <a:latin typeface="Calibri" pitchFamily="34" charset="0"/>
                <a:ea typeface="宋体" pitchFamily="2" charset="-122"/>
              </a:rPr>
              <a:t>颜色</a:t>
            </a:r>
            <a:r>
              <a:rPr lang="en-US" altLang="zh-CN" sz="1100">
                <a:solidFill>
                  <a:srgbClr val="FFFFFF"/>
                </a:solidFill>
                <a:latin typeface="Calibri" pitchFamily="34" charset="0"/>
                <a:ea typeface="宋体" pitchFamily="2" charset="-122"/>
              </a:rPr>
              <a:t>: R153 G0 B0</a:t>
            </a:r>
          </a:p>
          <a:p>
            <a:pPr marL="342900" indent="-342900" algn="r" defTabSz="914400" eaLnBrk="0" fontAlgn="base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sz="1100">
                <a:solidFill>
                  <a:srgbClr val="FFFFFF"/>
                </a:solidFill>
                <a:latin typeface="Calibri" pitchFamily="34" charset="0"/>
                <a:ea typeface="宋体" pitchFamily="2" charset="-122"/>
              </a:rPr>
              <a:t>内部使用字体 </a:t>
            </a:r>
            <a:r>
              <a:rPr lang="en-US" altLang="zh-CN" sz="1100">
                <a:solidFill>
                  <a:srgbClr val="FFFFFF"/>
                </a:solidFill>
                <a:latin typeface="Calibri" pitchFamily="34" charset="0"/>
                <a:ea typeface="宋体" pitchFamily="2" charset="-122"/>
              </a:rPr>
              <a:t>:</a:t>
            </a:r>
          </a:p>
          <a:p>
            <a:pPr marL="342900" indent="-342900" algn="r" defTabSz="914400" eaLnBrk="0" fontAlgn="base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altLang="zh-CN" sz="1100">
                <a:solidFill>
                  <a:srgbClr val="FFFFFF"/>
                </a:solidFill>
                <a:latin typeface="Calibri" pitchFamily="34" charset="0"/>
                <a:ea typeface="宋体" pitchFamily="2" charset="-122"/>
              </a:rPr>
              <a:t>FrutigerNext LT Medium</a:t>
            </a:r>
          </a:p>
          <a:p>
            <a:pPr marL="342900" indent="-342900" algn="r" defTabSz="914400" eaLnBrk="0" fontAlgn="base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sz="1100">
                <a:solidFill>
                  <a:srgbClr val="FFFFFF"/>
                </a:solidFill>
                <a:latin typeface="Calibri" pitchFamily="34" charset="0"/>
                <a:ea typeface="宋体" pitchFamily="2" charset="-122"/>
              </a:rPr>
              <a:t>外部使用字体 </a:t>
            </a:r>
            <a:r>
              <a:rPr lang="en-US" altLang="zh-CN" sz="1100">
                <a:solidFill>
                  <a:srgbClr val="FFFFFF"/>
                </a:solidFill>
                <a:latin typeface="Calibri" pitchFamily="34" charset="0"/>
                <a:ea typeface="宋体" pitchFamily="2" charset="-122"/>
              </a:rPr>
              <a:t>: Arial</a:t>
            </a:r>
          </a:p>
          <a:p>
            <a:pPr marL="342900" indent="-342900" algn="r" defTabSz="914400" eaLnBrk="0" fontAlgn="base" hangingPunct="0">
              <a:lnSpc>
                <a:spcPct val="75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</a:pPr>
            <a:endParaRPr lang="en-US" altLang="zh-CN" sz="1100">
              <a:solidFill>
                <a:srgbClr val="FFFFFF"/>
              </a:solidFill>
              <a:latin typeface="Calibri" pitchFamily="34" charset="0"/>
              <a:ea typeface="宋体" pitchFamily="2" charset="-122"/>
            </a:endParaRPr>
          </a:p>
          <a:p>
            <a:pPr marL="342900" indent="-342900" algn="r" defTabSz="914400" eaLnBrk="0" fontAlgn="base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sz="1100">
                <a:solidFill>
                  <a:srgbClr val="FFFFFF"/>
                </a:solidFill>
                <a:latin typeface="Calibri" pitchFamily="34" charset="0"/>
                <a:ea typeface="宋体" pitchFamily="2" charset="-122"/>
              </a:rPr>
              <a:t>中文标题</a:t>
            </a:r>
            <a:r>
              <a:rPr lang="en-US" altLang="zh-CN" sz="1100">
                <a:solidFill>
                  <a:srgbClr val="FFFFFF"/>
                </a:solidFill>
                <a:latin typeface="Calibri" pitchFamily="34" charset="0"/>
                <a:ea typeface="宋体" pitchFamily="2" charset="-122"/>
              </a:rPr>
              <a:t>:30-32pt  </a:t>
            </a:r>
            <a:endParaRPr lang="zh-CN" altLang="en-US" sz="1100">
              <a:solidFill>
                <a:srgbClr val="FFFFFF"/>
              </a:solidFill>
              <a:latin typeface="Calibri" pitchFamily="34" charset="0"/>
              <a:ea typeface="宋体" pitchFamily="2" charset="-122"/>
            </a:endParaRPr>
          </a:p>
          <a:p>
            <a:pPr marL="342900" indent="-342900" algn="r" defTabSz="914400" eaLnBrk="0" fontAlgn="base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sz="1100">
                <a:solidFill>
                  <a:srgbClr val="FFFFFF"/>
                </a:solidFill>
                <a:latin typeface="Calibri" pitchFamily="34" charset="0"/>
                <a:ea typeface="宋体" pitchFamily="2" charset="-122"/>
              </a:rPr>
              <a:t>颜色</a:t>
            </a:r>
            <a:r>
              <a:rPr lang="en-US" altLang="zh-CN" sz="1100">
                <a:solidFill>
                  <a:srgbClr val="FFFFFF"/>
                </a:solidFill>
                <a:latin typeface="Calibri" pitchFamily="34" charset="0"/>
                <a:ea typeface="宋体" pitchFamily="2" charset="-122"/>
              </a:rPr>
              <a:t>: R153 G0 B0</a:t>
            </a:r>
          </a:p>
          <a:p>
            <a:pPr marL="342900" indent="-342900" algn="r" defTabSz="914400" eaLnBrk="0" fontAlgn="base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sz="1100">
                <a:solidFill>
                  <a:srgbClr val="FFFFFF"/>
                </a:solidFill>
                <a:latin typeface="Calibri" pitchFamily="34" charset="0"/>
                <a:ea typeface="宋体" pitchFamily="2" charset="-122"/>
              </a:rPr>
              <a:t>字体</a:t>
            </a:r>
            <a:r>
              <a:rPr lang="en-US" altLang="zh-CN" sz="1100">
                <a:solidFill>
                  <a:srgbClr val="FFFFFF"/>
                </a:solidFill>
                <a:latin typeface="Calibri" pitchFamily="34" charset="0"/>
                <a:ea typeface="宋体" pitchFamily="2" charset="-122"/>
              </a:rPr>
              <a:t>:</a:t>
            </a:r>
            <a:r>
              <a:rPr lang="zh-CN" altLang="en-US" sz="1100">
                <a:solidFill>
                  <a:srgbClr val="FFFFFF"/>
                </a:solidFill>
                <a:latin typeface="Calibri" pitchFamily="34" charset="0"/>
                <a:ea typeface="宋体" pitchFamily="2" charset="-122"/>
              </a:rPr>
              <a:t>黑体</a:t>
            </a:r>
          </a:p>
          <a:p>
            <a:pPr marL="342900" indent="-342900" algn="r" defTabSz="914400" eaLnBrk="0" fontAlgn="base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</a:pPr>
            <a:endParaRPr lang="zh-CN" altLang="en-US" sz="1100">
              <a:solidFill>
                <a:srgbClr val="FFFFFF"/>
              </a:solidFill>
              <a:latin typeface="Calibri" pitchFamily="34" charset="0"/>
              <a:ea typeface="宋体" pitchFamily="2" charset="-122"/>
            </a:endParaRPr>
          </a:p>
          <a:p>
            <a:pPr marL="342900" indent="-342900" algn="r" defTabSz="914400" eaLnBrk="0" fontAlgn="base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</a:pPr>
            <a:endParaRPr lang="zh-CN" altLang="en-US" sz="1100">
              <a:solidFill>
                <a:srgbClr val="FFFFFF"/>
              </a:solidFill>
              <a:latin typeface="Calibri" pitchFamily="34" charset="0"/>
              <a:ea typeface="宋体" pitchFamily="2" charset="-122"/>
            </a:endParaRPr>
          </a:p>
          <a:p>
            <a:pPr marL="342900" indent="-342900" algn="r" defTabSz="914400" eaLnBrk="0" fontAlgn="base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</a:pPr>
            <a:endParaRPr lang="zh-CN" altLang="en-US" sz="1100">
              <a:solidFill>
                <a:srgbClr val="FFFFFF"/>
              </a:solidFill>
              <a:latin typeface="Calibri" pitchFamily="34" charset="0"/>
              <a:ea typeface="宋体" pitchFamily="2" charset="-122"/>
            </a:endParaRPr>
          </a:p>
          <a:p>
            <a:pPr marL="342900" indent="-342900" algn="r" defTabSz="914400" eaLnBrk="0" fontAlgn="base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sz="1100">
                <a:solidFill>
                  <a:srgbClr val="FFFFFF"/>
                </a:solidFill>
                <a:latin typeface="Calibri" pitchFamily="34" charset="0"/>
                <a:ea typeface="宋体" pitchFamily="2" charset="-122"/>
              </a:rPr>
              <a:t>英文正文</a:t>
            </a:r>
            <a:r>
              <a:rPr lang="en-US" altLang="zh-CN" sz="1100">
                <a:solidFill>
                  <a:srgbClr val="FFFFFF"/>
                </a:solidFill>
                <a:latin typeface="Calibri" pitchFamily="34" charset="0"/>
                <a:ea typeface="宋体" pitchFamily="2" charset="-122"/>
              </a:rPr>
              <a:t>:20-22pt</a:t>
            </a:r>
          </a:p>
          <a:p>
            <a:pPr marL="342900" indent="-342900" algn="r" defTabSz="914400" eaLnBrk="0" fontAlgn="base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sz="1100">
                <a:solidFill>
                  <a:srgbClr val="FFFFFF"/>
                </a:solidFill>
                <a:latin typeface="Calibri" pitchFamily="34" charset="0"/>
                <a:ea typeface="宋体" pitchFamily="2" charset="-122"/>
              </a:rPr>
              <a:t>子目录 </a:t>
            </a:r>
            <a:r>
              <a:rPr lang="en-US" altLang="zh-CN" sz="1100">
                <a:solidFill>
                  <a:srgbClr val="FFFFFF"/>
                </a:solidFill>
                <a:latin typeface="Calibri" pitchFamily="34" charset="0"/>
                <a:ea typeface="宋体" pitchFamily="2" charset="-122"/>
              </a:rPr>
              <a:t>(2-5</a:t>
            </a:r>
            <a:r>
              <a:rPr lang="zh-CN" altLang="en-US" sz="1100">
                <a:solidFill>
                  <a:srgbClr val="FFFFFF"/>
                </a:solidFill>
                <a:latin typeface="Calibri" pitchFamily="34" charset="0"/>
                <a:ea typeface="宋体" pitchFamily="2" charset="-122"/>
              </a:rPr>
              <a:t>级</a:t>
            </a:r>
            <a:r>
              <a:rPr lang="en-US" altLang="zh-CN" sz="1100">
                <a:solidFill>
                  <a:srgbClr val="FFFFFF"/>
                </a:solidFill>
                <a:latin typeface="Calibri" pitchFamily="34" charset="0"/>
                <a:ea typeface="宋体" pitchFamily="2" charset="-122"/>
              </a:rPr>
              <a:t>) :18pt  </a:t>
            </a:r>
          </a:p>
          <a:p>
            <a:pPr marL="342900" indent="-342900" algn="r" defTabSz="914400" eaLnBrk="0" fontAlgn="base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sz="1100">
                <a:solidFill>
                  <a:srgbClr val="FFFFFF"/>
                </a:solidFill>
                <a:latin typeface="Calibri" pitchFamily="34" charset="0"/>
                <a:ea typeface="宋体" pitchFamily="2" charset="-122"/>
              </a:rPr>
              <a:t>颜色</a:t>
            </a:r>
            <a:r>
              <a:rPr lang="en-US" altLang="zh-CN" sz="1100">
                <a:solidFill>
                  <a:srgbClr val="FFFFFF"/>
                </a:solidFill>
                <a:latin typeface="Calibri" pitchFamily="34" charset="0"/>
                <a:ea typeface="宋体" pitchFamily="2" charset="-122"/>
              </a:rPr>
              <a:t>:</a:t>
            </a:r>
            <a:r>
              <a:rPr lang="zh-CN" altLang="en-US" sz="1100">
                <a:solidFill>
                  <a:srgbClr val="FFFFFF"/>
                </a:solidFill>
                <a:latin typeface="Calibri" pitchFamily="34" charset="0"/>
                <a:ea typeface="宋体" pitchFamily="2" charset="-122"/>
              </a:rPr>
              <a:t>黑色</a:t>
            </a:r>
          </a:p>
          <a:p>
            <a:pPr marL="342900" indent="-342900" algn="r" defTabSz="914400" eaLnBrk="0" fontAlgn="base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sz="1100">
                <a:solidFill>
                  <a:srgbClr val="FFFFFF"/>
                </a:solidFill>
                <a:latin typeface="Calibri" pitchFamily="34" charset="0"/>
                <a:ea typeface="宋体" pitchFamily="2" charset="-122"/>
              </a:rPr>
              <a:t>内部使用字体 </a:t>
            </a:r>
            <a:r>
              <a:rPr lang="en-US" altLang="zh-CN" sz="1100">
                <a:solidFill>
                  <a:srgbClr val="FFFFFF"/>
                </a:solidFill>
                <a:latin typeface="Calibri" pitchFamily="34" charset="0"/>
                <a:ea typeface="宋体" pitchFamily="2" charset="-122"/>
              </a:rPr>
              <a:t>:</a:t>
            </a:r>
          </a:p>
          <a:p>
            <a:pPr marL="342900" indent="-342900" algn="r" defTabSz="914400" eaLnBrk="0" fontAlgn="base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altLang="zh-CN" sz="1100">
                <a:solidFill>
                  <a:srgbClr val="FFFFFF"/>
                </a:solidFill>
                <a:latin typeface="Calibri" pitchFamily="34" charset="0"/>
                <a:ea typeface="宋体" pitchFamily="2" charset="-122"/>
              </a:rPr>
              <a:t>FrutigerNext LT Regular</a:t>
            </a:r>
          </a:p>
          <a:p>
            <a:pPr marL="342900" indent="-342900" algn="r" defTabSz="914400" eaLnBrk="0" fontAlgn="base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sz="1100">
                <a:solidFill>
                  <a:srgbClr val="FFFFFF"/>
                </a:solidFill>
                <a:latin typeface="Calibri" pitchFamily="34" charset="0"/>
                <a:ea typeface="宋体" pitchFamily="2" charset="-122"/>
              </a:rPr>
              <a:t>外部使用字体 </a:t>
            </a:r>
            <a:r>
              <a:rPr lang="en-US" altLang="zh-CN" sz="1100">
                <a:solidFill>
                  <a:srgbClr val="FFFFFF"/>
                </a:solidFill>
                <a:latin typeface="Calibri" pitchFamily="34" charset="0"/>
                <a:ea typeface="宋体" pitchFamily="2" charset="-122"/>
              </a:rPr>
              <a:t>: Arial</a:t>
            </a:r>
          </a:p>
          <a:p>
            <a:pPr marL="342900" indent="-342900" algn="r" defTabSz="914400" eaLnBrk="0" fontAlgn="base" hangingPunct="0">
              <a:lnSpc>
                <a:spcPct val="75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</a:pPr>
            <a:endParaRPr lang="en-US" altLang="zh-CN" sz="1100">
              <a:solidFill>
                <a:srgbClr val="FFFFFF"/>
              </a:solidFill>
              <a:latin typeface="Calibri" pitchFamily="34" charset="0"/>
              <a:ea typeface="宋体" pitchFamily="2" charset="-122"/>
            </a:endParaRPr>
          </a:p>
          <a:p>
            <a:pPr marL="342900" indent="-342900" algn="r" defTabSz="914400" eaLnBrk="0" fontAlgn="base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sz="1100">
                <a:solidFill>
                  <a:srgbClr val="FFFFFF"/>
                </a:solidFill>
                <a:latin typeface="Calibri" pitchFamily="34" charset="0"/>
                <a:ea typeface="宋体" pitchFamily="2" charset="-122"/>
              </a:rPr>
              <a:t>中文正文</a:t>
            </a:r>
            <a:r>
              <a:rPr lang="en-US" altLang="zh-CN" sz="1100">
                <a:solidFill>
                  <a:srgbClr val="FFFFFF"/>
                </a:solidFill>
                <a:latin typeface="Calibri" pitchFamily="34" charset="0"/>
                <a:ea typeface="宋体" pitchFamily="2" charset="-122"/>
              </a:rPr>
              <a:t>:18-20pt</a:t>
            </a:r>
          </a:p>
          <a:p>
            <a:pPr marL="342900" indent="-342900" algn="r" defTabSz="914400" eaLnBrk="0" fontAlgn="base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sz="1100">
                <a:solidFill>
                  <a:srgbClr val="FFFFFF"/>
                </a:solidFill>
                <a:latin typeface="Calibri" pitchFamily="34" charset="0"/>
                <a:ea typeface="宋体" pitchFamily="2" charset="-122"/>
              </a:rPr>
              <a:t>子目录</a:t>
            </a:r>
            <a:r>
              <a:rPr lang="en-US" altLang="zh-CN" sz="1100">
                <a:solidFill>
                  <a:srgbClr val="FFFFFF"/>
                </a:solidFill>
                <a:latin typeface="Calibri" pitchFamily="34" charset="0"/>
                <a:ea typeface="宋体" pitchFamily="2" charset="-122"/>
              </a:rPr>
              <a:t>(2-5</a:t>
            </a:r>
            <a:r>
              <a:rPr lang="zh-CN" altLang="en-US" sz="1100">
                <a:solidFill>
                  <a:srgbClr val="FFFFFF"/>
                </a:solidFill>
                <a:latin typeface="Calibri" pitchFamily="34" charset="0"/>
                <a:ea typeface="宋体" pitchFamily="2" charset="-122"/>
              </a:rPr>
              <a:t>级</a:t>
            </a:r>
            <a:r>
              <a:rPr lang="en-US" altLang="zh-CN" sz="1100">
                <a:solidFill>
                  <a:srgbClr val="FFFFFF"/>
                </a:solidFill>
                <a:latin typeface="Calibri" pitchFamily="34" charset="0"/>
                <a:ea typeface="宋体" pitchFamily="2" charset="-122"/>
              </a:rPr>
              <a:t>):18pt </a:t>
            </a:r>
            <a:endParaRPr lang="zh-CN" altLang="en-US" sz="1100">
              <a:solidFill>
                <a:srgbClr val="FFFFFF"/>
              </a:solidFill>
              <a:latin typeface="Calibri" pitchFamily="34" charset="0"/>
              <a:ea typeface="宋体" pitchFamily="2" charset="-122"/>
            </a:endParaRPr>
          </a:p>
          <a:p>
            <a:pPr marL="342900" indent="-342900" algn="r" defTabSz="914400" eaLnBrk="0" fontAlgn="base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sz="1100">
                <a:solidFill>
                  <a:srgbClr val="FFFFFF"/>
                </a:solidFill>
                <a:latin typeface="Calibri" pitchFamily="34" charset="0"/>
                <a:ea typeface="宋体" pitchFamily="2" charset="-122"/>
              </a:rPr>
              <a:t>颜色</a:t>
            </a:r>
            <a:r>
              <a:rPr lang="en-US" altLang="zh-CN" sz="1100">
                <a:solidFill>
                  <a:srgbClr val="FFFFFF"/>
                </a:solidFill>
                <a:latin typeface="Calibri" pitchFamily="34" charset="0"/>
                <a:ea typeface="宋体" pitchFamily="2" charset="-122"/>
              </a:rPr>
              <a:t>:</a:t>
            </a:r>
            <a:r>
              <a:rPr lang="zh-CN" altLang="en-US" sz="1100">
                <a:solidFill>
                  <a:srgbClr val="FFFFFF"/>
                </a:solidFill>
                <a:latin typeface="Calibri" pitchFamily="34" charset="0"/>
                <a:ea typeface="宋体" pitchFamily="2" charset="-122"/>
              </a:rPr>
              <a:t>黑色</a:t>
            </a:r>
          </a:p>
          <a:p>
            <a:pPr marL="342900" indent="-342900" algn="r" defTabSz="914400" eaLnBrk="0" fontAlgn="base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sz="1100">
                <a:solidFill>
                  <a:srgbClr val="FFFFFF"/>
                </a:solidFill>
                <a:latin typeface="Calibri" pitchFamily="34" charset="0"/>
                <a:ea typeface="宋体" pitchFamily="2" charset="-122"/>
              </a:rPr>
              <a:t>字体</a:t>
            </a:r>
            <a:r>
              <a:rPr lang="en-US" altLang="zh-CN" sz="1100">
                <a:solidFill>
                  <a:srgbClr val="FFFFFF"/>
                </a:solidFill>
                <a:latin typeface="Calibri" pitchFamily="34" charset="0"/>
                <a:ea typeface="宋体" pitchFamily="2" charset="-122"/>
              </a:rPr>
              <a:t>:</a:t>
            </a:r>
            <a:r>
              <a:rPr lang="zh-CN" altLang="en-US" sz="1100">
                <a:solidFill>
                  <a:srgbClr val="FFFFFF"/>
                </a:solidFill>
                <a:latin typeface="Calibri" pitchFamily="34" charset="0"/>
                <a:ea typeface="宋体" pitchFamily="2" charset="-122"/>
              </a:rPr>
              <a:t>细黑体</a:t>
            </a:r>
            <a:r>
              <a:rPr lang="zh-CN" altLang="en-US" sz="1100" b="1">
                <a:solidFill>
                  <a:srgbClr val="FFFFFF"/>
                </a:solidFill>
                <a:latin typeface="Arial" pitchFamily="34" charset="0"/>
              </a:rPr>
              <a:t> </a:t>
            </a:r>
          </a:p>
        </p:txBody>
      </p:sp>
      <p:grpSp>
        <p:nvGrpSpPr>
          <p:cNvPr id="10250" name="Group 16"/>
          <p:cNvGrpSpPr>
            <a:grpSpLocks/>
          </p:cNvGrpSpPr>
          <p:nvPr/>
        </p:nvGrpSpPr>
        <p:grpSpPr bwMode="auto">
          <a:xfrm>
            <a:off x="12433301" y="3511550"/>
            <a:ext cx="1225551" cy="3224212"/>
            <a:chOff x="5839" y="2251"/>
            <a:chExt cx="579" cy="2031"/>
          </a:xfrm>
        </p:grpSpPr>
        <p:sp>
          <p:nvSpPr>
            <p:cNvPr id="10253" name="Rectangle 17"/>
            <p:cNvSpPr>
              <a:spLocks noChangeArrowheads="1"/>
            </p:cNvSpPr>
            <p:nvPr userDrawn="1"/>
          </p:nvSpPr>
          <p:spPr bwMode="auto">
            <a:xfrm>
              <a:off x="5839" y="3143"/>
              <a:ext cx="579" cy="23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1425" tIns="45712" rIns="91425" bIns="45712" anchor="ctr">
              <a:spAutoFit/>
            </a:bodyPr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itchFamily="34" charset="0"/>
                <a:ea typeface="宋体" pitchFamily="2" charset="-122"/>
              </a:endParaRPr>
            </a:p>
          </p:txBody>
        </p:sp>
        <p:grpSp>
          <p:nvGrpSpPr>
            <p:cNvPr id="10254" name="Group 18"/>
            <p:cNvGrpSpPr>
              <a:grpSpLocks/>
            </p:cNvGrpSpPr>
            <p:nvPr userDrawn="1"/>
          </p:nvGrpSpPr>
          <p:grpSpPr bwMode="auto">
            <a:xfrm>
              <a:off x="5893" y="2387"/>
              <a:ext cx="466" cy="115"/>
              <a:chOff x="5893" y="2387"/>
              <a:chExt cx="466" cy="115"/>
            </a:xfrm>
          </p:grpSpPr>
          <p:sp>
            <p:nvSpPr>
              <p:cNvPr id="10315" name="Rectangle 19"/>
              <p:cNvSpPr>
                <a:spLocks noChangeArrowheads="1"/>
              </p:cNvSpPr>
              <p:nvPr userDrawn="1"/>
            </p:nvSpPr>
            <p:spPr bwMode="auto">
              <a:xfrm flipV="1">
                <a:off x="6010" y="2387"/>
                <a:ext cx="116" cy="115"/>
              </a:xfrm>
              <a:prstGeom prst="rect">
                <a:avLst/>
              </a:prstGeom>
              <a:solidFill>
                <a:srgbClr val="FFCC66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9144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  <a:latin typeface="Calibri" pitchFamily="34" charset="0"/>
                  <a:ea typeface="宋体" pitchFamily="2" charset="-122"/>
                </a:endParaRPr>
              </a:p>
            </p:txBody>
          </p:sp>
          <p:sp>
            <p:nvSpPr>
              <p:cNvPr id="10316" name="Rectangle 20"/>
              <p:cNvSpPr>
                <a:spLocks noChangeArrowheads="1"/>
              </p:cNvSpPr>
              <p:nvPr userDrawn="1"/>
            </p:nvSpPr>
            <p:spPr bwMode="auto">
              <a:xfrm flipV="1">
                <a:off x="6126" y="2387"/>
                <a:ext cx="116" cy="115"/>
              </a:xfrm>
              <a:prstGeom prst="rect">
                <a:avLst/>
              </a:prstGeom>
              <a:solidFill>
                <a:srgbClr val="FF99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9144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  <a:latin typeface="Calibri" pitchFamily="34" charset="0"/>
                  <a:ea typeface="宋体" pitchFamily="2" charset="-122"/>
                </a:endParaRPr>
              </a:p>
            </p:txBody>
          </p:sp>
          <p:sp>
            <p:nvSpPr>
              <p:cNvPr id="10317" name="Rectangle 21"/>
              <p:cNvSpPr>
                <a:spLocks noChangeArrowheads="1"/>
              </p:cNvSpPr>
              <p:nvPr userDrawn="1"/>
            </p:nvSpPr>
            <p:spPr bwMode="auto">
              <a:xfrm flipV="1">
                <a:off x="6242" y="2387"/>
                <a:ext cx="117" cy="115"/>
              </a:xfrm>
              <a:prstGeom prst="rect">
                <a:avLst/>
              </a:prstGeom>
              <a:solidFill>
                <a:srgbClr val="99660A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9144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  <a:latin typeface="Calibri" pitchFamily="34" charset="0"/>
                  <a:ea typeface="宋体" pitchFamily="2" charset="-122"/>
                </a:endParaRPr>
              </a:p>
            </p:txBody>
          </p:sp>
          <p:sp>
            <p:nvSpPr>
              <p:cNvPr id="10318" name="Rectangle 22"/>
              <p:cNvSpPr>
                <a:spLocks noChangeArrowheads="1"/>
              </p:cNvSpPr>
              <p:nvPr userDrawn="1"/>
            </p:nvSpPr>
            <p:spPr bwMode="auto">
              <a:xfrm flipV="1">
                <a:off x="5893" y="2387"/>
                <a:ext cx="117" cy="115"/>
              </a:xfrm>
              <a:prstGeom prst="rect">
                <a:avLst/>
              </a:prstGeom>
              <a:solidFill>
                <a:srgbClr val="FFCC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9144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  <a:latin typeface="Calibri" pitchFamily="34" charset="0"/>
                  <a:ea typeface="宋体" pitchFamily="2" charset="-122"/>
                </a:endParaRPr>
              </a:p>
            </p:txBody>
          </p:sp>
        </p:grpSp>
        <p:grpSp>
          <p:nvGrpSpPr>
            <p:cNvPr id="10255" name="Group 23"/>
            <p:cNvGrpSpPr>
              <a:grpSpLocks/>
            </p:cNvGrpSpPr>
            <p:nvPr userDrawn="1"/>
          </p:nvGrpSpPr>
          <p:grpSpPr bwMode="auto">
            <a:xfrm>
              <a:off x="5893" y="2523"/>
              <a:ext cx="466" cy="115"/>
              <a:chOff x="5893" y="2523"/>
              <a:chExt cx="466" cy="115"/>
            </a:xfrm>
          </p:grpSpPr>
          <p:sp>
            <p:nvSpPr>
              <p:cNvPr id="10311" name="Rectangle 24"/>
              <p:cNvSpPr>
                <a:spLocks noChangeArrowheads="1"/>
              </p:cNvSpPr>
              <p:nvPr userDrawn="1"/>
            </p:nvSpPr>
            <p:spPr bwMode="auto">
              <a:xfrm flipV="1">
                <a:off x="6010" y="2523"/>
                <a:ext cx="116" cy="115"/>
              </a:xfrm>
              <a:prstGeom prst="rect">
                <a:avLst/>
              </a:prstGeom>
              <a:solidFill>
                <a:srgbClr val="99CC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9144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  <a:latin typeface="Calibri" pitchFamily="34" charset="0"/>
                  <a:ea typeface="宋体" pitchFamily="2" charset="-122"/>
                </a:endParaRPr>
              </a:p>
            </p:txBody>
          </p:sp>
          <p:sp>
            <p:nvSpPr>
              <p:cNvPr id="10312" name="Rectangle 25"/>
              <p:cNvSpPr>
                <a:spLocks noChangeArrowheads="1"/>
              </p:cNvSpPr>
              <p:nvPr userDrawn="1"/>
            </p:nvSpPr>
            <p:spPr bwMode="auto">
              <a:xfrm flipV="1">
                <a:off x="6126" y="2523"/>
                <a:ext cx="116" cy="115"/>
              </a:xfrm>
              <a:prstGeom prst="rect">
                <a:avLst/>
              </a:prstGeom>
              <a:solidFill>
                <a:srgbClr val="99CC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9144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  <a:latin typeface="Calibri" pitchFamily="34" charset="0"/>
                  <a:ea typeface="宋体" pitchFamily="2" charset="-122"/>
                </a:endParaRPr>
              </a:p>
            </p:txBody>
          </p:sp>
          <p:sp>
            <p:nvSpPr>
              <p:cNvPr id="10313" name="Rectangle 26"/>
              <p:cNvSpPr>
                <a:spLocks noChangeArrowheads="1"/>
              </p:cNvSpPr>
              <p:nvPr userDrawn="1"/>
            </p:nvSpPr>
            <p:spPr bwMode="auto">
              <a:xfrm flipV="1">
                <a:off x="6242" y="2523"/>
                <a:ext cx="117" cy="115"/>
              </a:xfrm>
              <a:prstGeom prst="rect">
                <a:avLst/>
              </a:prstGeom>
              <a:solidFill>
                <a:srgbClr val="0099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9144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  <a:latin typeface="Calibri" pitchFamily="34" charset="0"/>
                  <a:ea typeface="宋体" pitchFamily="2" charset="-122"/>
                </a:endParaRPr>
              </a:p>
            </p:txBody>
          </p:sp>
          <p:sp>
            <p:nvSpPr>
              <p:cNvPr id="10314" name="Rectangle 27"/>
              <p:cNvSpPr>
                <a:spLocks noChangeArrowheads="1"/>
              </p:cNvSpPr>
              <p:nvPr userDrawn="1"/>
            </p:nvSpPr>
            <p:spPr bwMode="auto">
              <a:xfrm flipV="1">
                <a:off x="5893" y="2523"/>
                <a:ext cx="117" cy="115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9144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  <a:latin typeface="Calibri" pitchFamily="34" charset="0"/>
                  <a:ea typeface="宋体" pitchFamily="2" charset="-122"/>
                </a:endParaRPr>
              </a:p>
            </p:txBody>
          </p:sp>
        </p:grpSp>
        <p:grpSp>
          <p:nvGrpSpPr>
            <p:cNvPr id="10256" name="Group 28"/>
            <p:cNvGrpSpPr>
              <a:grpSpLocks/>
            </p:cNvGrpSpPr>
            <p:nvPr userDrawn="1"/>
          </p:nvGrpSpPr>
          <p:grpSpPr bwMode="auto">
            <a:xfrm>
              <a:off x="5893" y="2659"/>
              <a:ext cx="466" cy="115"/>
              <a:chOff x="5893" y="2659"/>
              <a:chExt cx="466" cy="115"/>
            </a:xfrm>
          </p:grpSpPr>
          <p:sp>
            <p:nvSpPr>
              <p:cNvPr id="10307" name="Rectangle 29"/>
              <p:cNvSpPr>
                <a:spLocks noChangeArrowheads="1"/>
              </p:cNvSpPr>
              <p:nvPr userDrawn="1"/>
            </p:nvSpPr>
            <p:spPr bwMode="auto">
              <a:xfrm flipV="1">
                <a:off x="6010" y="2659"/>
                <a:ext cx="116" cy="115"/>
              </a:xfrm>
              <a:prstGeom prst="rect">
                <a:avLst/>
              </a:prstGeom>
              <a:solidFill>
                <a:srgbClr val="99CC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9144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  <a:latin typeface="Calibri" pitchFamily="34" charset="0"/>
                  <a:ea typeface="宋体" pitchFamily="2" charset="-122"/>
                </a:endParaRPr>
              </a:p>
            </p:txBody>
          </p:sp>
          <p:sp>
            <p:nvSpPr>
              <p:cNvPr id="10308" name="Rectangle 30"/>
              <p:cNvSpPr>
                <a:spLocks noChangeArrowheads="1"/>
              </p:cNvSpPr>
              <p:nvPr userDrawn="1"/>
            </p:nvSpPr>
            <p:spPr bwMode="auto">
              <a:xfrm flipV="1">
                <a:off x="6126" y="2659"/>
                <a:ext cx="116" cy="115"/>
              </a:xfrm>
              <a:prstGeom prst="rect">
                <a:avLst/>
              </a:prstGeom>
              <a:solidFill>
                <a:srgbClr val="0099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9144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  <a:latin typeface="Calibri" pitchFamily="34" charset="0"/>
                  <a:ea typeface="宋体" pitchFamily="2" charset="-122"/>
                </a:endParaRPr>
              </a:p>
            </p:txBody>
          </p:sp>
          <p:sp>
            <p:nvSpPr>
              <p:cNvPr id="10309" name="Rectangle 31"/>
              <p:cNvSpPr>
                <a:spLocks noChangeArrowheads="1"/>
              </p:cNvSpPr>
              <p:nvPr userDrawn="1"/>
            </p:nvSpPr>
            <p:spPr bwMode="auto">
              <a:xfrm flipV="1">
                <a:off x="6242" y="2659"/>
                <a:ext cx="117" cy="115"/>
              </a:xfrm>
              <a:prstGeom prst="rect">
                <a:avLst/>
              </a:prstGeom>
              <a:solidFill>
                <a:srgbClr val="0066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9144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  <a:latin typeface="Calibri" pitchFamily="34" charset="0"/>
                  <a:ea typeface="宋体" pitchFamily="2" charset="-122"/>
                </a:endParaRPr>
              </a:p>
            </p:txBody>
          </p:sp>
          <p:sp>
            <p:nvSpPr>
              <p:cNvPr id="10310" name="Rectangle 32"/>
              <p:cNvSpPr>
                <a:spLocks noChangeArrowheads="1"/>
              </p:cNvSpPr>
              <p:nvPr userDrawn="1"/>
            </p:nvSpPr>
            <p:spPr bwMode="auto">
              <a:xfrm flipV="1">
                <a:off x="5893" y="2659"/>
                <a:ext cx="117" cy="115"/>
              </a:xfrm>
              <a:prstGeom prst="rect">
                <a:avLst/>
              </a:prstGeom>
              <a:solidFill>
                <a:srgbClr val="CCFF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9144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  <a:latin typeface="Calibri" pitchFamily="34" charset="0"/>
                  <a:ea typeface="宋体" pitchFamily="2" charset="-122"/>
                </a:endParaRPr>
              </a:p>
            </p:txBody>
          </p:sp>
        </p:grpSp>
        <p:grpSp>
          <p:nvGrpSpPr>
            <p:cNvPr id="10257" name="Group 33"/>
            <p:cNvGrpSpPr>
              <a:grpSpLocks/>
            </p:cNvGrpSpPr>
            <p:nvPr userDrawn="1"/>
          </p:nvGrpSpPr>
          <p:grpSpPr bwMode="auto">
            <a:xfrm>
              <a:off x="5893" y="2251"/>
              <a:ext cx="466" cy="119"/>
              <a:chOff x="5893" y="2251"/>
              <a:chExt cx="466" cy="119"/>
            </a:xfrm>
          </p:grpSpPr>
          <p:sp>
            <p:nvSpPr>
              <p:cNvPr id="10303" name="Rectangle 34"/>
              <p:cNvSpPr>
                <a:spLocks noChangeArrowheads="1"/>
              </p:cNvSpPr>
              <p:nvPr userDrawn="1"/>
            </p:nvSpPr>
            <p:spPr bwMode="auto">
              <a:xfrm flipV="1">
                <a:off x="6126" y="2251"/>
                <a:ext cx="116" cy="119"/>
              </a:xfrm>
              <a:prstGeom prst="rect">
                <a:avLst/>
              </a:prstGeom>
              <a:solidFill>
                <a:srgbClr val="FF99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9144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  <a:latin typeface="Calibri" pitchFamily="34" charset="0"/>
                  <a:ea typeface="宋体" pitchFamily="2" charset="-122"/>
                </a:endParaRPr>
              </a:p>
            </p:txBody>
          </p:sp>
          <p:sp>
            <p:nvSpPr>
              <p:cNvPr id="10304" name="Rectangle 35"/>
              <p:cNvSpPr>
                <a:spLocks noChangeArrowheads="1"/>
              </p:cNvSpPr>
              <p:nvPr userDrawn="1"/>
            </p:nvSpPr>
            <p:spPr bwMode="auto">
              <a:xfrm flipV="1">
                <a:off x="6242" y="2251"/>
                <a:ext cx="117" cy="119"/>
              </a:xfrm>
              <a:prstGeom prst="rect">
                <a:avLst/>
              </a:prstGeom>
              <a:solidFill>
                <a:srgbClr val="CCCC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9144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  <a:latin typeface="Calibri" pitchFamily="34" charset="0"/>
                  <a:ea typeface="宋体" pitchFamily="2" charset="-122"/>
                </a:endParaRPr>
              </a:p>
            </p:txBody>
          </p:sp>
          <p:sp>
            <p:nvSpPr>
              <p:cNvPr id="10305" name="Rectangle 36"/>
              <p:cNvSpPr>
                <a:spLocks noChangeArrowheads="1"/>
              </p:cNvSpPr>
              <p:nvPr userDrawn="1"/>
            </p:nvSpPr>
            <p:spPr bwMode="auto">
              <a:xfrm flipV="1">
                <a:off x="5893" y="2251"/>
                <a:ext cx="117" cy="119"/>
              </a:xfrm>
              <a:prstGeom prst="rect">
                <a:avLst/>
              </a:prstGeom>
              <a:solidFill>
                <a:srgbClr val="99CC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9144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  <a:latin typeface="Calibri" pitchFamily="34" charset="0"/>
                  <a:ea typeface="宋体" pitchFamily="2" charset="-122"/>
                </a:endParaRPr>
              </a:p>
            </p:txBody>
          </p:sp>
          <p:sp>
            <p:nvSpPr>
              <p:cNvPr id="10306" name="Rectangle 37"/>
              <p:cNvSpPr>
                <a:spLocks noChangeArrowheads="1"/>
              </p:cNvSpPr>
              <p:nvPr userDrawn="1"/>
            </p:nvSpPr>
            <p:spPr bwMode="auto">
              <a:xfrm flipV="1">
                <a:off x="6010" y="2251"/>
                <a:ext cx="116" cy="119"/>
              </a:xfrm>
              <a:prstGeom prst="rect">
                <a:avLst/>
              </a:prstGeom>
              <a:solidFill>
                <a:srgbClr val="6699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9144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  <a:latin typeface="Calibri" pitchFamily="34" charset="0"/>
                  <a:ea typeface="宋体" pitchFamily="2" charset="-122"/>
                </a:endParaRPr>
              </a:p>
            </p:txBody>
          </p:sp>
        </p:grpSp>
        <p:grpSp>
          <p:nvGrpSpPr>
            <p:cNvPr id="10258" name="Group 38"/>
            <p:cNvGrpSpPr>
              <a:grpSpLocks/>
            </p:cNvGrpSpPr>
            <p:nvPr userDrawn="1"/>
          </p:nvGrpSpPr>
          <p:grpSpPr bwMode="auto">
            <a:xfrm>
              <a:off x="5893" y="2886"/>
              <a:ext cx="466" cy="115"/>
              <a:chOff x="5893" y="2886"/>
              <a:chExt cx="466" cy="115"/>
            </a:xfrm>
          </p:grpSpPr>
          <p:sp>
            <p:nvSpPr>
              <p:cNvPr id="10299" name="Rectangle 39"/>
              <p:cNvSpPr>
                <a:spLocks noChangeArrowheads="1"/>
              </p:cNvSpPr>
              <p:nvPr userDrawn="1"/>
            </p:nvSpPr>
            <p:spPr bwMode="auto">
              <a:xfrm flipV="1">
                <a:off x="6010" y="2886"/>
                <a:ext cx="116" cy="115"/>
              </a:xfrm>
              <a:prstGeom prst="rect">
                <a:avLst/>
              </a:prstGeom>
              <a:solidFill>
                <a:srgbClr val="FF99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9144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  <a:latin typeface="Calibri" pitchFamily="34" charset="0"/>
                  <a:ea typeface="宋体" pitchFamily="2" charset="-122"/>
                </a:endParaRPr>
              </a:p>
            </p:txBody>
          </p:sp>
          <p:sp>
            <p:nvSpPr>
              <p:cNvPr id="10300" name="Rectangle 40"/>
              <p:cNvSpPr>
                <a:spLocks noChangeArrowheads="1"/>
              </p:cNvSpPr>
              <p:nvPr userDrawn="1"/>
            </p:nvSpPr>
            <p:spPr bwMode="auto">
              <a:xfrm flipV="1">
                <a:off x="6126" y="2886"/>
                <a:ext cx="116" cy="115"/>
              </a:xfrm>
              <a:prstGeom prst="rect">
                <a:avLst/>
              </a:prstGeom>
              <a:solidFill>
                <a:srgbClr val="FFCC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9144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  <a:latin typeface="Calibri" pitchFamily="34" charset="0"/>
                  <a:ea typeface="宋体" pitchFamily="2" charset="-122"/>
                </a:endParaRPr>
              </a:p>
            </p:txBody>
          </p:sp>
          <p:sp>
            <p:nvSpPr>
              <p:cNvPr id="10301" name="Rectangle 41"/>
              <p:cNvSpPr>
                <a:spLocks noChangeArrowheads="1"/>
              </p:cNvSpPr>
              <p:nvPr userDrawn="1"/>
            </p:nvSpPr>
            <p:spPr bwMode="auto">
              <a:xfrm flipV="1">
                <a:off x="6242" y="2886"/>
                <a:ext cx="117" cy="115"/>
              </a:xfrm>
              <a:prstGeom prst="rect">
                <a:avLst/>
              </a:prstGeom>
              <a:solidFill>
                <a:srgbClr val="FFCC66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9144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  <a:latin typeface="Calibri" pitchFamily="34" charset="0"/>
                  <a:ea typeface="宋体" pitchFamily="2" charset="-122"/>
                </a:endParaRPr>
              </a:p>
            </p:txBody>
          </p:sp>
          <p:sp>
            <p:nvSpPr>
              <p:cNvPr id="10302" name="Rectangle 42"/>
              <p:cNvSpPr>
                <a:spLocks noChangeArrowheads="1"/>
              </p:cNvSpPr>
              <p:nvPr userDrawn="1"/>
            </p:nvSpPr>
            <p:spPr bwMode="auto">
              <a:xfrm flipV="1">
                <a:off x="5893" y="2886"/>
                <a:ext cx="117" cy="115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9144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  <a:latin typeface="Calibri" pitchFamily="34" charset="0"/>
                  <a:ea typeface="宋体" pitchFamily="2" charset="-122"/>
                </a:endParaRPr>
              </a:p>
            </p:txBody>
          </p:sp>
        </p:grpSp>
        <p:grpSp>
          <p:nvGrpSpPr>
            <p:cNvPr id="10259" name="Group 43"/>
            <p:cNvGrpSpPr>
              <a:grpSpLocks/>
            </p:cNvGrpSpPr>
            <p:nvPr userDrawn="1"/>
          </p:nvGrpSpPr>
          <p:grpSpPr bwMode="auto">
            <a:xfrm>
              <a:off x="5893" y="3022"/>
              <a:ext cx="466" cy="115"/>
              <a:chOff x="5893" y="3022"/>
              <a:chExt cx="466" cy="115"/>
            </a:xfrm>
          </p:grpSpPr>
          <p:sp>
            <p:nvSpPr>
              <p:cNvPr id="10295" name="Rectangle 44"/>
              <p:cNvSpPr>
                <a:spLocks noChangeArrowheads="1"/>
              </p:cNvSpPr>
              <p:nvPr userDrawn="1"/>
            </p:nvSpPr>
            <p:spPr bwMode="auto">
              <a:xfrm flipV="1">
                <a:off x="6010" y="3022"/>
                <a:ext cx="116" cy="115"/>
              </a:xfrm>
              <a:prstGeom prst="rect">
                <a:avLst/>
              </a:prstGeom>
              <a:solidFill>
                <a:srgbClr val="0066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9144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  <a:latin typeface="Calibri" pitchFamily="34" charset="0"/>
                  <a:ea typeface="宋体" pitchFamily="2" charset="-122"/>
                </a:endParaRPr>
              </a:p>
            </p:txBody>
          </p:sp>
          <p:sp>
            <p:nvSpPr>
              <p:cNvPr id="10296" name="Rectangle 45"/>
              <p:cNvSpPr>
                <a:spLocks noChangeArrowheads="1"/>
              </p:cNvSpPr>
              <p:nvPr userDrawn="1"/>
            </p:nvSpPr>
            <p:spPr bwMode="auto">
              <a:xfrm flipV="1">
                <a:off x="6126" y="3022"/>
                <a:ext cx="116" cy="115"/>
              </a:xfrm>
              <a:prstGeom prst="rect">
                <a:avLst/>
              </a:prstGeom>
              <a:solidFill>
                <a:srgbClr val="99CC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9144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  <a:latin typeface="Calibri" pitchFamily="34" charset="0"/>
                  <a:ea typeface="宋体" pitchFamily="2" charset="-122"/>
                </a:endParaRPr>
              </a:p>
            </p:txBody>
          </p:sp>
          <p:sp>
            <p:nvSpPr>
              <p:cNvPr id="10297" name="Rectangle 46"/>
              <p:cNvSpPr>
                <a:spLocks noChangeArrowheads="1"/>
              </p:cNvSpPr>
              <p:nvPr userDrawn="1"/>
            </p:nvSpPr>
            <p:spPr bwMode="auto">
              <a:xfrm flipV="1">
                <a:off x="6242" y="3022"/>
                <a:ext cx="117" cy="115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9144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  <a:latin typeface="Calibri" pitchFamily="34" charset="0"/>
                  <a:ea typeface="宋体" pitchFamily="2" charset="-122"/>
                </a:endParaRPr>
              </a:p>
            </p:txBody>
          </p:sp>
          <p:sp>
            <p:nvSpPr>
              <p:cNvPr id="10298" name="Rectangle 47"/>
              <p:cNvSpPr>
                <a:spLocks noChangeArrowheads="1"/>
              </p:cNvSpPr>
              <p:nvPr userDrawn="1"/>
            </p:nvSpPr>
            <p:spPr bwMode="auto">
              <a:xfrm flipV="1">
                <a:off x="5893" y="3022"/>
                <a:ext cx="117" cy="115"/>
              </a:xfrm>
              <a:prstGeom prst="rect">
                <a:avLst/>
              </a:prstGeom>
              <a:solidFill>
                <a:srgbClr val="99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9144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  <a:latin typeface="Calibri" pitchFamily="34" charset="0"/>
                  <a:ea typeface="宋体" pitchFamily="2" charset="-122"/>
                </a:endParaRPr>
              </a:p>
            </p:txBody>
          </p:sp>
        </p:grpSp>
        <p:grpSp>
          <p:nvGrpSpPr>
            <p:cNvPr id="10260" name="Group 48"/>
            <p:cNvGrpSpPr>
              <a:grpSpLocks/>
            </p:cNvGrpSpPr>
            <p:nvPr userDrawn="1"/>
          </p:nvGrpSpPr>
          <p:grpSpPr bwMode="auto">
            <a:xfrm>
              <a:off x="5893" y="3158"/>
              <a:ext cx="466" cy="115"/>
              <a:chOff x="5893" y="3158"/>
              <a:chExt cx="466" cy="115"/>
            </a:xfrm>
          </p:grpSpPr>
          <p:sp>
            <p:nvSpPr>
              <p:cNvPr id="10291" name="Rectangle 49"/>
              <p:cNvSpPr>
                <a:spLocks noChangeArrowheads="1"/>
              </p:cNvSpPr>
              <p:nvPr userDrawn="1"/>
            </p:nvSpPr>
            <p:spPr bwMode="auto">
              <a:xfrm flipV="1">
                <a:off x="6010" y="3158"/>
                <a:ext cx="116" cy="115"/>
              </a:xfrm>
              <a:prstGeom prst="rect">
                <a:avLst/>
              </a:prstGeom>
              <a:solidFill>
                <a:srgbClr val="0099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9144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  <a:latin typeface="Calibri" pitchFamily="34" charset="0"/>
                  <a:ea typeface="宋体" pitchFamily="2" charset="-122"/>
                </a:endParaRPr>
              </a:p>
            </p:txBody>
          </p:sp>
          <p:sp>
            <p:nvSpPr>
              <p:cNvPr id="10292" name="Rectangle 50"/>
              <p:cNvSpPr>
                <a:spLocks noChangeArrowheads="1"/>
              </p:cNvSpPr>
              <p:nvPr userDrawn="1"/>
            </p:nvSpPr>
            <p:spPr bwMode="auto">
              <a:xfrm flipV="1">
                <a:off x="6126" y="3158"/>
                <a:ext cx="116" cy="115"/>
              </a:xfrm>
              <a:prstGeom prst="rect">
                <a:avLst/>
              </a:prstGeom>
              <a:solidFill>
                <a:srgbClr val="CCFF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9144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  <a:latin typeface="Calibri" pitchFamily="34" charset="0"/>
                  <a:ea typeface="宋体" pitchFamily="2" charset="-122"/>
                </a:endParaRPr>
              </a:p>
            </p:txBody>
          </p:sp>
          <p:sp>
            <p:nvSpPr>
              <p:cNvPr id="10293" name="Rectangle 51"/>
              <p:cNvSpPr>
                <a:spLocks noChangeArrowheads="1"/>
              </p:cNvSpPr>
              <p:nvPr userDrawn="1"/>
            </p:nvSpPr>
            <p:spPr bwMode="auto">
              <a:xfrm flipV="1">
                <a:off x="6242" y="3158"/>
                <a:ext cx="117" cy="115"/>
              </a:xfrm>
              <a:prstGeom prst="rect">
                <a:avLst/>
              </a:prstGeom>
              <a:solidFill>
                <a:srgbClr val="99CC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9144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  <a:latin typeface="Calibri" pitchFamily="34" charset="0"/>
                  <a:ea typeface="宋体" pitchFamily="2" charset="-122"/>
                </a:endParaRPr>
              </a:p>
            </p:txBody>
          </p:sp>
          <p:sp>
            <p:nvSpPr>
              <p:cNvPr id="10294" name="Rectangle 52"/>
              <p:cNvSpPr>
                <a:spLocks noChangeArrowheads="1"/>
              </p:cNvSpPr>
              <p:nvPr userDrawn="1"/>
            </p:nvSpPr>
            <p:spPr bwMode="auto">
              <a:xfrm flipV="1">
                <a:off x="5893" y="3158"/>
                <a:ext cx="117" cy="115"/>
              </a:xfrm>
              <a:prstGeom prst="rect">
                <a:avLst/>
              </a:prstGeom>
              <a:solidFill>
                <a:srgbClr val="99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9144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  <a:latin typeface="Calibri" pitchFamily="34" charset="0"/>
                  <a:ea typeface="宋体" pitchFamily="2" charset="-122"/>
                </a:endParaRPr>
              </a:p>
            </p:txBody>
          </p:sp>
        </p:grpSp>
        <p:grpSp>
          <p:nvGrpSpPr>
            <p:cNvPr id="10261" name="Group 53"/>
            <p:cNvGrpSpPr>
              <a:grpSpLocks/>
            </p:cNvGrpSpPr>
            <p:nvPr userDrawn="1"/>
          </p:nvGrpSpPr>
          <p:grpSpPr bwMode="auto">
            <a:xfrm>
              <a:off x="5893" y="3385"/>
              <a:ext cx="466" cy="115"/>
              <a:chOff x="5893" y="3385"/>
              <a:chExt cx="466" cy="115"/>
            </a:xfrm>
          </p:grpSpPr>
          <p:sp>
            <p:nvSpPr>
              <p:cNvPr id="10287" name="Rectangle 54"/>
              <p:cNvSpPr>
                <a:spLocks noChangeArrowheads="1"/>
              </p:cNvSpPr>
              <p:nvPr userDrawn="1"/>
            </p:nvSpPr>
            <p:spPr bwMode="auto">
              <a:xfrm flipV="1">
                <a:off x="6010" y="3385"/>
                <a:ext cx="116" cy="115"/>
              </a:xfrm>
              <a:prstGeom prst="rect">
                <a:avLst/>
              </a:prstGeom>
              <a:solidFill>
                <a:srgbClr val="FF99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9144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  <a:latin typeface="Calibri" pitchFamily="34" charset="0"/>
                  <a:ea typeface="宋体" pitchFamily="2" charset="-122"/>
                </a:endParaRPr>
              </a:p>
            </p:txBody>
          </p:sp>
          <p:sp>
            <p:nvSpPr>
              <p:cNvPr id="10288" name="Rectangle 55"/>
              <p:cNvSpPr>
                <a:spLocks noChangeArrowheads="1"/>
              </p:cNvSpPr>
              <p:nvPr userDrawn="1"/>
            </p:nvSpPr>
            <p:spPr bwMode="auto">
              <a:xfrm flipV="1">
                <a:off x="6126" y="3385"/>
                <a:ext cx="116" cy="115"/>
              </a:xfrm>
              <a:prstGeom prst="rect">
                <a:avLst/>
              </a:prstGeom>
              <a:solidFill>
                <a:srgbClr val="FFCC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9144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  <a:latin typeface="Calibri" pitchFamily="34" charset="0"/>
                  <a:ea typeface="宋体" pitchFamily="2" charset="-122"/>
                </a:endParaRPr>
              </a:p>
            </p:txBody>
          </p:sp>
          <p:sp>
            <p:nvSpPr>
              <p:cNvPr id="10289" name="Rectangle 56"/>
              <p:cNvSpPr>
                <a:spLocks noChangeArrowheads="1"/>
              </p:cNvSpPr>
              <p:nvPr userDrawn="1"/>
            </p:nvSpPr>
            <p:spPr bwMode="auto">
              <a:xfrm flipV="1">
                <a:off x="6242" y="3385"/>
                <a:ext cx="117" cy="115"/>
              </a:xfrm>
              <a:prstGeom prst="rect">
                <a:avLst/>
              </a:prstGeom>
              <a:solidFill>
                <a:srgbClr val="FFCC66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9144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  <a:latin typeface="Calibri" pitchFamily="34" charset="0"/>
                  <a:ea typeface="宋体" pitchFamily="2" charset="-122"/>
                </a:endParaRPr>
              </a:p>
            </p:txBody>
          </p:sp>
          <p:sp>
            <p:nvSpPr>
              <p:cNvPr id="10290" name="Rectangle 57"/>
              <p:cNvSpPr>
                <a:spLocks noChangeArrowheads="1"/>
              </p:cNvSpPr>
              <p:nvPr userDrawn="1"/>
            </p:nvSpPr>
            <p:spPr bwMode="auto">
              <a:xfrm flipV="1">
                <a:off x="5893" y="3385"/>
                <a:ext cx="117" cy="115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9144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  <a:latin typeface="Calibri" pitchFamily="34" charset="0"/>
                  <a:ea typeface="宋体" pitchFamily="2" charset="-122"/>
                </a:endParaRPr>
              </a:p>
            </p:txBody>
          </p:sp>
        </p:grpSp>
        <p:grpSp>
          <p:nvGrpSpPr>
            <p:cNvPr id="10262" name="Group 58"/>
            <p:cNvGrpSpPr>
              <a:grpSpLocks/>
            </p:cNvGrpSpPr>
            <p:nvPr userDrawn="1"/>
          </p:nvGrpSpPr>
          <p:grpSpPr bwMode="auto">
            <a:xfrm>
              <a:off x="5893" y="3521"/>
              <a:ext cx="466" cy="115"/>
              <a:chOff x="5893" y="3521"/>
              <a:chExt cx="466" cy="115"/>
            </a:xfrm>
          </p:grpSpPr>
          <p:sp>
            <p:nvSpPr>
              <p:cNvPr id="10283" name="Rectangle 59"/>
              <p:cNvSpPr>
                <a:spLocks noChangeArrowheads="1"/>
              </p:cNvSpPr>
              <p:nvPr userDrawn="1"/>
            </p:nvSpPr>
            <p:spPr bwMode="auto">
              <a:xfrm flipV="1">
                <a:off x="6010" y="3521"/>
                <a:ext cx="116" cy="115"/>
              </a:xfrm>
              <a:prstGeom prst="rect">
                <a:avLst/>
              </a:prstGeom>
              <a:solidFill>
                <a:srgbClr val="0066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9144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  <a:latin typeface="Calibri" pitchFamily="34" charset="0"/>
                  <a:ea typeface="宋体" pitchFamily="2" charset="-122"/>
                </a:endParaRPr>
              </a:p>
            </p:txBody>
          </p:sp>
          <p:sp>
            <p:nvSpPr>
              <p:cNvPr id="10284" name="Rectangle 60"/>
              <p:cNvSpPr>
                <a:spLocks noChangeArrowheads="1"/>
              </p:cNvSpPr>
              <p:nvPr userDrawn="1"/>
            </p:nvSpPr>
            <p:spPr bwMode="auto">
              <a:xfrm flipV="1">
                <a:off x="6126" y="3521"/>
                <a:ext cx="116" cy="115"/>
              </a:xfrm>
              <a:prstGeom prst="rect">
                <a:avLst/>
              </a:prstGeom>
              <a:solidFill>
                <a:srgbClr val="99CC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9144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  <a:latin typeface="Calibri" pitchFamily="34" charset="0"/>
                  <a:ea typeface="宋体" pitchFamily="2" charset="-122"/>
                </a:endParaRPr>
              </a:p>
            </p:txBody>
          </p:sp>
          <p:sp>
            <p:nvSpPr>
              <p:cNvPr id="10285" name="Rectangle 61"/>
              <p:cNvSpPr>
                <a:spLocks noChangeArrowheads="1"/>
              </p:cNvSpPr>
              <p:nvPr userDrawn="1"/>
            </p:nvSpPr>
            <p:spPr bwMode="auto">
              <a:xfrm flipV="1">
                <a:off x="6242" y="3521"/>
                <a:ext cx="117" cy="115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9144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  <a:latin typeface="Calibri" pitchFamily="34" charset="0"/>
                  <a:ea typeface="宋体" pitchFamily="2" charset="-122"/>
                </a:endParaRPr>
              </a:p>
            </p:txBody>
          </p:sp>
          <p:sp>
            <p:nvSpPr>
              <p:cNvPr id="10286" name="Rectangle 62"/>
              <p:cNvSpPr>
                <a:spLocks noChangeArrowheads="1"/>
              </p:cNvSpPr>
              <p:nvPr userDrawn="1"/>
            </p:nvSpPr>
            <p:spPr bwMode="auto">
              <a:xfrm flipV="1">
                <a:off x="5893" y="3521"/>
                <a:ext cx="117" cy="115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9144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  <a:latin typeface="Calibri" pitchFamily="34" charset="0"/>
                  <a:ea typeface="宋体" pitchFamily="2" charset="-122"/>
                </a:endParaRPr>
              </a:p>
            </p:txBody>
          </p:sp>
        </p:grpSp>
        <p:grpSp>
          <p:nvGrpSpPr>
            <p:cNvPr id="10263" name="Group 63"/>
            <p:cNvGrpSpPr>
              <a:grpSpLocks/>
            </p:cNvGrpSpPr>
            <p:nvPr userDrawn="1"/>
          </p:nvGrpSpPr>
          <p:grpSpPr bwMode="auto">
            <a:xfrm>
              <a:off x="5893" y="3657"/>
              <a:ext cx="466" cy="115"/>
              <a:chOff x="5893" y="3657"/>
              <a:chExt cx="466" cy="115"/>
            </a:xfrm>
          </p:grpSpPr>
          <p:sp>
            <p:nvSpPr>
              <p:cNvPr id="10279" name="Rectangle 64"/>
              <p:cNvSpPr>
                <a:spLocks noChangeArrowheads="1"/>
              </p:cNvSpPr>
              <p:nvPr userDrawn="1"/>
            </p:nvSpPr>
            <p:spPr bwMode="auto">
              <a:xfrm flipV="1">
                <a:off x="6010" y="3657"/>
                <a:ext cx="116" cy="115"/>
              </a:xfrm>
              <a:prstGeom prst="rect">
                <a:avLst/>
              </a:prstGeom>
              <a:solidFill>
                <a:srgbClr val="0099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9144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  <a:latin typeface="Calibri" pitchFamily="34" charset="0"/>
                  <a:ea typeface="宋体" pitchFamily="2" charset="-122"/>
                </a:endParaRPr>
              </a:p>
            </p:txBody>
          </p:sp>
          <p:sp>
            <p:nvSpPr>
              <p:cNvPr id="10280" name="Rectangle 65"/>
              <p:cNvSpPr>
                <a:spLocks noChangeArrowheads="1"/>
              </p:cNvSpPr>
              <p:nvPr userDrawn="1"/>
            </p:nvSpPr>
            <p:spPr bwMode="auto">
              <a:xfrm flipV="1">
                <a:off x="6126" y="3657"/>
                <a:ext cx="116" cy="115"/>
              </a:xfrm>
              <a:prstGeom prst="rect">
                <a:avLst/>
              </a:prstGeom>
              <a:solidFill>
                <a:srgbClr val="CCFF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9144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  <a:latin typeface="Calibri" pitchFamily="34" charset="0"/>
                  <a:ea typeface="宋体" pitchFamily="2" charset="-122"/>
                </a:endParaRPr>
              </a:p>
            </p:txBody>
          </p:sp>
          <p:sp>
            <p:nvSpPr>
              <p:cNvPr id="10281" name="Rectangle 66"/>
              <p:cNvSpPr>
                <a:spLocks noChangeArrowheads="1"/>
              </p:cNvSpPr>
              <p:nvPr userDrawn="1"/>
            </p:nvSpPr>
            <p:spPr bwMode="auto">
              <a:xfrm flipV="1">
                <a:off x="6242" y="3657"/>
                <a:ext cx="117" cy="115"/>
              </a:xfrm>
              <a:prstGeom prst="rect">
                <a:avLst/>
              </a:prstGeom>
              <a:solidFill>
                <a:srgbClr val="99CC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9144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  <a:latin typeface="Calibri" pitchFamily="34" charset="0"/>
                  <a:ea typeface="宋体" pitchFamily="2" charset="-122"/>
                </a:endParaRPr>
              </a:p>
            </p:txBody>
          </p:sp>
          <p:sp>
            <p:nvSpPr>
              <p:cNvPr id="10282" name="Rectangle 67"/>
              <p:cNvSpPr>
                <a:spLocks noChangeArrowheads="1"/>
              </p:cNvSpPr>
              <p:nvPr userDrawn="1"/>
            </p:nvSpPr>
            <p:spPr bwMode="auto">
              <a:xfrm flipV="1">
                <a:off x="5893" y="3657"/>
                <a:ext cx="117" cy="115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9144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  <a:latin typeface="Calibri" pitchFamily="34" charset="0"/>
                  <a:ea typeface="宋体" pitchFamily="2" charset="-122"/>
                </a:endParaRPr>
              </a:p>
            </p:txBody>
          </p:sp>
        </p:grpSp>
        <p:grpSp>
          <p:nvGrpSpPr>
            <p:cNvPr id="10264" name="Group 68"/>
            <p:cNvGrpSpPr>
              <a:grpSpLocks/>
            </p:cNvGrpSpPr>
            <p:nvPr userDrawn="1"/>
          </p:nvGrpSpPr>
          <p:grpSpPr bwMode="auto">
            <a:xfrm>
              <a:off x="5893" y="3884"/>
              <a:ext cx="466" cy="115"/>
              <a:chOff x="5893" y="3884"/>
              <a:chExt cx="466" cy="115"/>
            </a:xfrm>
          </p:grpSpPr>
          <p:sp>
            <p:nvSpPr>
              <p:cNvPr id="10275" name="Rectangle 69"/>
              <p:cNvSpPr>
                <a:spLocks noChangeArrowheads="1"/>
              </p:cNvSpPr>
              <p:nvPr userDrawn="1"/>
            </p:nvSpPr>
            <p:spPr bwMode="auto">
              <a:xfrm flipV="1">
                <a:off x="6010" y="3884"/>
                <a:ext cx="116" cy="115"/>
              </a:xfrm>
              <a:prstGeom prst="rect">
                <a:avLst/>
              </a:prstGeom>
              <a:solidFill>
                <a:srgbClr val="FF99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9144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  <a:latin typeface="Calibri" pitchFamily="34" charset="0"/>
                  <a:ea typeface="宋体" pitchFamily="2" charset="-122"/>
                </a:endParaRPr>
              </a:p>
            </p:txBody>
          </p:sp>
          <p:sp>
            <p:nvSpPr>
              <p:cNvPr id="10276" name="Rectangle 70"/>
              <p:cNvSpPr>
                <a:spLocks noChangeArrowheads="1"/>
              </p:cNvSpPr>
              <p:nvPr userDrawn="1"/>
            </p:nvSpPr>
            <p:spPr bwMode="auto">
              <a:xfrm flipV="1">
                <a:off x="6126" y="3884"/>
                <a:ext cx="116" cy="115"/>
              </a:xfrm>
              <a:prstGeom prst="rect">
                <a:avLst/>
              </a:prstGeom>
              <a:solidFill>
                <a:srgbClr val="FFCC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9144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  <a:latin typeface="Calibri" pitchFamily="34" charset="0"/>
                  <a:ea typeface="宋体" pitchFamily="2" charset="-122"/>
                </a:endParaRPr>
              </a:p>
            </p:txBody>
          </p:sp>
          <p:sp>
            <p:nvSpPr>
              <p:cNvPr id="10277" name="Rectangle 71"/>
              <p:cNvSpPr>
                <a:spLocks noChangeArrowheads="1"/>
              </p:cNvSpPr>
              <p:nvPr userDrawn="1"/>
            </p:nvSpPr>
            <p:spPr bwMode="auto">
              <a:xfrm flipV="1">
                <a:off x="6242" y="3884"/>
                <a:ext cx="117" cy="115"/>
              </a:xfrm>
              <a:prstGeom prst="rect">
                <a:avLst/>
              </a:prstGeom>
              <a:solidFill>
                <a:srgbClr val="FFCC66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9144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  <a:latin typeface="Calibri" pitchFamily="34" charset="0"/>
                  <a:ea typeface="宋体" pitchFamily="2" charset="-122"/>
                </a:endParaRPr>
              </a:p>
            </p:txBody>
          </p:sp>
          <p:sp>
            <p:nvSpPr>
              <p:cNvPr id="10278" name="Rectangle 72"/>
              <p:cNvSpPr>
                <a:spLocks noChangeArrowheads="1"/>
              </p:cNvSpPr>
              <p:nvPr userDrawn="1"/>
            </p:nvSpPr>
            <p:spPr bwMode="auto">
              <a:xfrm flipV="1">
                <a:off x="5893" y="3884"/>
                <a:ext cx="117" cy="115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9144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  <a:latin typeface="Calibri" pitchFamily="34" charset="0"/>
                  <a:ea typeface="宋体" pitchFamily="2" charset="-122"/>
                </a:endParaRPr>
              </a:p>
            </p:txBody>
          </p:sp>
        </p:grpSp>
        <p:grpSp>
          <p:nvGrpSpPr>
            <p:cNvPr id="10265" name="Group 73"/>
            <p:cNvGrpSpPr>
              <a:grpSpLocks/>
            </p:cNvGrpSpPr>
            <p:nvPr userDrawn="1"/>
          </p:nvGrpSpPr>
          <p:grpSpPr bwMode="auto">
            <a:xfrm>
              <a:off x="5893" y="4026"/>
              <a:ext cx="466" cy="115"/>
              <a:chOff x="5893" y="4026"/>
              <a:chExt cx="466" cy="115"/>
            </a:xfrm>
          </p:grpSpPr>
          <p:sp>
            <p:nvSpPr>
              <p:cNvPr id="10271" name="Rectangle 74"/>
              <p:cNvSpPr>
                <a:spLocks noChangeArrowheads="1"/>
              </p:cNvSpPr>
              <p:nvPr userDrawn="1"/>
            </p:nvSpPr>
            <p:spPr bwMode="auto">
              <a:xfrm flipV="1">
                <a:off x="6010" y="4026"/>
                <a:ext cx="116" cy="115"/>
              </a:xfrm>
              <a:prstGeom prst="rect">
                <a:avLst/>
              </a:prstGeom>
              <a:solidFill>
                <a:srgbClr val="0066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9144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  <a:latin typeface="Calibri" pitchFamily="34" charset="0"/>
                  <a:ea typeface="宋体" pitchFamily="2" charset="-122"/>
                </a:endParaRPr>
              </a:p>
            </p:txBody>
          </p:sp>
          <p:sp>
            <p:nvSpPr>
              <p:cNvPr id="10272" name="Rectangle 75"/>
              <p:cNvSpPr>
                <a:spLocks noChangeArrowheads="1"/>
              </p:cNvSpPr>
              <p:nvPr userDrawn="1"/>
            </p:nvSpPr>
            <p:spPr bwMode="auto">
              <a:xfrm flipV="1">
                <a:off x="6126" y="4026"/>
                <a:ext cx="116" cy="115"/>
              </a:xfrm>
              <a:prstGeom prst="rect">
                <a:avLst/>
              </a:prstGeom>
              <a:solidFill>
                <a:srgbClr val="99CC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9144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  <a:latin typeface="Calibri" pitchFamily="34" charset="0"/>
                  <a:ea typeface="宋体" pitchFamily="2" charset="-122"/>
                </a:endParaRPr>
              </a:p>
            </p:txBody>
          </p:sp>
          <p:sp>
            <p:nvSpPr>
              <p:cNvPr id="10273" name="Rectangle 76"/>
              <p:cNvSpPr>
                <a:spLocks noChangeArrowheads="1"/>
              </p:cNvSpPr>
              <p:nvPr userDrawn="1"/>
            </p:nvSpPr>
            <p:spPr bwMode="auto">
              <a:xfrm flipV="1">
                <a:off x="6242" y="4026"/>
                <a:ext cx="117" cy="115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9144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  <a:latin typeface="Calibri" pitchFamily="34" charset="0"/>
                  <a:ea typeface="宋体" pitchFamily="2" charset="-122"/>
                </a:endParaRPr>
              </a:p>
            </p:txBody>
          </p:sp>
          <p:sp>
            <p:nvSpPr>
              <p:cNvPr id="10274" name="Rectangle 77"/>
              <p:cNvSpPr>
                <a:spLocks noChangeArrowheads="1"/>
              </p:cNvSpPr>
              <p:nvPr userDrawn="1"/>
            </p:nvSpPr>
            <p:spPr bwMode="auto">
              <a:xfrm flipV="1">
                <a:off x="5893" y="4026"/>
                <a:ext cx="117" cy="115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9144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  <a:latin typeface="Calibri" pitchFamily="34" charset="0"/>
                  <a:ea typeface="宋体" pitchFamily="2" charset="-122"/>
                </a:endParaRPr>
              </a:p>
            </p:txBody>
          </p:sp>
        </p:grpSp>
        <p:grpSp>
          <p:nvGrpSpPr>
            <p:cNvPr id="10266" name="Group 78"/>
            <p:cNvGrpSpPr>
              <a:grpSpLocks/>
            </p:cNvGrpSpPr>
            <p:nvPr userDrawn="1"/>
          </p:nvGrpSpPr>
          <p:grpSpPr bwMode="auto">
            <a:xfrm>
              <a:off x="5893" y="4167"/>
              <a:ext cx="466" cy="115"/>
              <a:chOff x="5893" y="4167"/>
              <a:chExt cx="466" cy="115"/>
            </a:xfrm>
          </p:grpSpPr>
          <p:sp>
            <p:nvSpPr>
              <p:cNvPr id="10267" name="Rectangle 79"/>
              <p:cNvSpPr>
                <a:spLocks noChangeArrowheads="1"/>
              </p:cNvSpPr>
              <p:nvPr userDrawn="1"/>
            </p:nvSpPr>
            <p:spPr bwMode="auto">
              <a:xfrm flipV="1">
                <a:off x="6010" y="4167"/>
                <a:ext cx="116" cy="115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9144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  <a:latin typeface="Calibri" pitchFamily="34" charset="0"/>
                  <a:ea typeface="宋体" pitchFamily="2" charset="-122"/>
                </a:endParaRPr>
              </a:p>
            </p:txBody>
          </p:sp>
          <p:sp>
            <p:nvSpPr>
              <p:cNvPr id="10268" name="Rectangle 80"/>
              <p:cNvSpPr>
                <a:spLocks noChangeArrowheads="1"/>
              </p:cNvSpPr>
              <p:nvPr userDrawn="1"/>
            </p:nvSpPr>
            <p:spPr bwMode="auto">
              <a:xfrm flipV="1">
                <a:off x="6126" y="4167"/>
                <a:ext cx="116" cy="11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9144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  <a:latin typeface="Calibri" pitchFamily="34" charset="0"/>
                  <a:ea typeface="宋体" pitchFamily="2" charset="-122"/>
                </a:endParaRPr>
              </a:p>
            </p:txBody>
          </p:sp>
          <p:sp>
            <p:nvSpPr>
              <p:cNvPr id="10269" name="Rectangle 81"/>
              <p:cNvSpPr>
                <a:spLocks noChangeArrowheads="1"/>
              </p:cNvSpPr>
              <p:nvPr userDrawn="1"/>
            </p:nvSpPr>
            <p:spPr bwMode="auto">
              <a:xfrm flipV="1">
                <a:off x="6242" y="4167"/>
                <a:ext cx="117" cy="115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9144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  <a:latin typeface="Calibri" pitchFamily="34" charset="0"/>
                  <a:ea typeface="宋体" pitchFamily="2" charset="-122"/>
                </a:endParaRPr>
              </a:p>
            </p:txBody>
          </p:sp>
          <p:sp>
            <p:nvSpPr>
              <p:cNvPr id="10270" name="Rectangle 82"/>
              <p:cNvSpPr>
                <a:spLocks noChangeArrowheads="1"/>
              </p:cNvSpPr>
              <p:nvPr userDrawn="1"/>
            </p:nvSpPr>
            <p:spPr bwMode="auto">
              <a:xfrm flipV="1">
                <a:off x="5893" y="4167"/>
                <a:ext cx="117" cy="115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9144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  <a:latin typeface="Calibri" pitchFamily="34" charset="0"/>
                  <a:ea typeface="宋体" pitchFamily="2" charset="-122"/>
                </a:endParaRPr>
              </a:p>
            </p:txBody>
          </p:sp>
        </p:grpSp>
      </p:grpSp>
      <p:sp>
        <p:nvSpPr>
          <p:cNvPr id="10251" name="Rectangle 83"/>
          <p:cNvSpPr>
            <a:spLocks noChangeArrowheads="1"/>
          </p:cNvSpPr>
          <p:nvPr/>
        </p:nvSpPr>
        <p:spPr bwMode="auto">
          <a:xfrm>
            <a:off x="12335934" y="1341438"/>
            <a:ext cx="1589617" cy="13335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0124" tIns="40063" rIns="80124" bIns="40063">
            <a:spAutoFit/>
          </a:bodyPr>
          <a:lstStyle/>
          <a:p>
            <a:pPr defTabSz="9144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sz="1100">
                <a:solidFill>
                  <a:srgbClr val="FFFFFF"/>
                </a:solidFill>
                <a:latin typeface="Calibri" pitchFamily="34" charset="0"/>
                <a:ea typeface="宋体" pitchFamily="2" charset="-122"/>
              </a:rPr>
              <a:t>配色参考方案：</a:t>
            </a:r>
          </a:p>
          <a:p>
            <a:pPr defTabSz="9144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sz="1100">
                <a:solidFill>
                  <a:srgbClr val="FFFFFF"/>
                </a:solidFill>
                <a:latin typeface="Calibri" pitchFamily="34" charset="0"/>
                <a:ea typeface="宋体" pitchFamily="2" charset="-122"/>
              </a:rPr>
              <a:t>建议同一页面内不超过四种颜色，以下是</a:t>
            </a:r>
            <a:r>
              <a:rPr lang="en-US" altLang="zh-CN" sz="1100">
                <a:solidFill>
                  <a:srgbClr val="FFFFFF"/>
                </a:solidFill>
                <a:latin typeface="Calibri" pitchFamily="34" charset="0"/>
                <a:ea typeface="宋体" pitchFamily="2" charset="-122"/>
              </a:rPr>
              <a:t>13</a:t>
            </a:r>
            <a:r>
              <a:rPr lang="zh-CN" altLang="en-US" sz="1100">
                <a:solidFill>
                  <a:srgbClr val="FFFFFF"/>
                </a:solidFill>
                <a:latin typeface="Calibri" pitchFamily="34" charset="0"/>
                <a:ea typeface="宋体" pitchFamily="2" charset="-122"/>
              </a:rPr>
              <a:t>组配色方案，同一页面内只选择一组使用。（仅供参考）</a:t>
            </a:r>
          </a:p>
        </p:txBody>
      </p:sp>
      <p:sp>
        <p:nvSpPr>
          <p:cNvPr id="10252" name="Rectangle 84"/>
          <p:cNvSpPr>
            <a:spLocks noChangeArrowheads="1"/>
          </p:cNvSpPr>
          <p:nvPr/>
        </p:nvSpPr>
        <p:spPr bwMode="auto">
          <a:xfrm>
            <a:off x="12335934" y="7938"/>
            <a:ext cx="1494367" cy="4871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0124" tIns="40063" rIns="80124" bIns="40063">
            <a:spAutoFit/>
          </a:bodyPr>
          <a:lstStyle/>
          <a:p>
            <a:pPr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777777"/>
              </a:buClr>
              <a:buSzPct val="60000"/>
              <a:buFont typeface="Wingdings" pitchFamily="2" charset="2"/>
              <a:buNone/>
            </a:pPr>
            <a:r>
              <a:rPr lang="zh-CN" altLang="en-US" sz="1100">
                <a:solidFill>
                  <a:srgbClr val="FFFFFF"/>
                </a:solidFill>
                <a:latin typeface="Calibri" pitchFamily="34" charset="0"/>
                <a:ea typeface="宋体" pitchFamily="2" charset="-122"/>
              </a:rPr>
              <a:t>客户或者合作伙伴的标志放在右上角</a:t>
            </a:r>
            <a:r>
              <a:rPr lang="en-US" altLang="zh-CN" sz="1100">
                <a:solidFill>
                  <a:srgbClr val="FFFFFF"/>
                </a:solidFill>
                <a:latin typeface="Calibri" pitchFamily="34" charset="0"/>
                <a:ea typeface="宋体" pitchFamily="2" charset="-122"/>
              </a:rPr>
              <a:t>.</a:t>
            </a:r>
            <a:endParaRPr lang="zh-CN" altLang="en-US" sz="1100">
              <a:solidFill>
                <a:srgbClr val="FFFFFF"/>
              </a:solidFill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6149" name="Rectangle 5"/>
          <p:cNvSpPr>
            <a:spLocks noChangeArrowheads="1"/>
          </p:cNvSpPr>
          <p:nvPr/>
        </p:nvSpPr>
        <p:spPr bwMode="auto">
          <a:xfrm>
            <a:off x="8481485" y="6489701"/>
            <a:ext cx="2796116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defTabSz="9144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de-DE" altLang="zh-CN" sz="1200">
                <a:solidFill>
                  <a:srgbClr val="000000"/>
                </a:solidFill>
                <a:latin typeface="FrutigerNext LT Bold" pitchFamily="34" charset="0"/>
                <a:ea typeface="MS PGothic" pitchFamily="34" charset="-128"/>
              </a:rPr>
              <a:t>Page </a:t>
            </a:r>
            <a:fld id="{A4C34F22-587E-473D-9099-376F4F013A30}" type="slidenum">
              <a:rPr lang="de-DE" altLang="zh-CN" sz="1200">
                <a:solidFill>
                  <a:srgbClr val="000000"/>
                </a:solidFill>
                <a:latin typeface="FrutigerNext LT Bold" pitchFamily="34" charset="0"/>
                <a:ea typeface="MS PGothic" pitchFamily="34" charset="-128"/>
              </a:rPr>
              <a:pPr defTabSz="9144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GB" altLang="zh-CN" sz="1200">
              <a:solidFill>
                <a:srgbClr val="000000"/>
              </a:solidFill>
              <a:latin typeface="FrutigerNext LT Bold" pitchFamily="34" charset="0"/>
              <a:ea typeface="MS PGothic" pitchFamily="34" charset="-128"/>
            </a:endParaRPr>
          </a:p>
        </p:txBody>
      </p:sp>
      <p:sp>
        <p:nvSpPr>
          <p:cNvPr id="80" name="Rectangle 21"/>
          <p:cNvSpPr>
            <a:spLocks noChangeArrowheads="1"/>
          </p:cNvSpPr>
          <p:nvPr/>
        </p:nvSpPr>
        <p:spPr bwMode="auto">
          <a:xfrm>
            <a:off x="5047621" y="6465937"/>
            <a:ext cx="2085332" cy="1538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0082" tIns="0" rIns="80082" bIns="0">
            <a:spAutoFit/>
          </a:bodyPr>
          <a:lstStyle/>
          <a:p>
            <a:pPr defTabSz="801688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000" dirty="0">
                <a:solidFill>
                  <a:srgbClr val="000000"/>
                </a:solidFill>
                <a:latin typeface="华文细黑"/>
              </a:rPr>
              <a:t>华为保密信息，未经授权禁止扩散</a:t>
            </a:r>
            <a:endParaRPr lang="en-US" altLang="zh-CN" sz="1000" dirty="0">
              <a:solidFill>
                <a:srgbClr val="000000"/>
              </a:solidFill>
              <a:latin typeface="华文细黑"/>
            </a:endParaRPr>
          </a:p>
        </p:txBody>
      </p:sp>
    </p:spTree>
    <p:extLst>
      <p:ext uri="{BB962C8B-B14F-4D97-AF65-F5344CB8AC3E}">
        <p14:creationId xmlns:p14="http://schemas.microsoft.com/office/powerpoint/2010/main" val="1478035284"/>
      </p:ext>
    </p:extLst>
  </p:cSld>
  <p:clrMap bg1="lt1" tx1="dk1" bg2="lt2" tx2="dk2" accent1="accent1" accent2="accent2" accent3="accent3" accent4="accent4" accent5="accent5" accent6="accent6" hlink="hlink" folHlink="folHlink"/>
  <p:transition advClick="0" advTm="8000">
    <p:fade thruBlk="1"/>
  </p:transition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黑体" pitchFamily="49" charset="-122"/>
          <a:ea typeface="黑体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黑体" pitchFamily="49" charset="-122"/>
          <a:ea typeface="黑体" pitchFamily="49" charset="-122"/>
          <a:cs typeface="宋体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黑体" pitchFamily="49" charset="-122"/>
          <a:ea typeface="黑体" pitchFamily="49" charset="-122"/>
          <a:cs typeface="宋体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黑体" pitchFamily="49" charset="-122"/>
          <a:ea typeface="黑体" pitchFamily="49" charset="-122"/>
          <a:cs typeface="宋体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黑体" pitchFamily="49" charset="-122"/>
          <a:ea typeface="黑体" pitchFamily="49" charset="-122"/>
          <a:cs typeface="宋体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 pitchFamily="34" charset="0"/>
          <a:ea typeface="华文细黑" pitchFamily="2" charset="-122"/>
          <a:cs typeface="宋体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 pitchFamily="34" charset="0"/>
          <a:ea typeface="华文细黑" pitchFamily="2" charset="-122"/>
          <a:cs typeface="宋体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 pitchFamily="34" charset="0"/>
          <a:ea typeface="华文细黑" pitchFamily="2" charset="-122"/>
          <a:cs typeface="宋体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990000"/>
          </a:solidFill>
          <a:latin typeface="FrutigerNext LT Medium" pitchFamily="34" charset="0"/>
          <a:ea typeface="华文细黑" pitchFamily="2" charset="-122"/>
          <a:cs typeface="宋体" charset="-122"/>
        </a:defRPr>
      </a:lvl9pPr>
    </p:titleStyle>
    <p:bodyStyle>
      <a:lvl1pPr marL="342900" indent="-342900" algn="l" rtl="0" eaLnBrk="0" fontAlgn="base" hangingPunct="0">
        <a:lnSpc>
          <a:spcPct val="140000"/>
        </a:lnSpc>
        <a:spcBef>
          <a:spcPct val="0"/>
        </a:spcBef>
        <a:spcAft>
          <a:spcPct val="0"/>
        </a:spcAft>
        <a:buClr>
          <a:srgbClr val="777777"/>
        </a:buClr>
        <a:buSzPct val="60000"/>
        <a:buFont typeface="Wingdings" pitchFamily="2" charset="2"/>
        <a:buChar char="l"/>
        <a:defRPr sz="2000">
          <a:solidFill>
            <a:schemeClr val="tx1"/>
          </a:solidFill>
          <a:latin typeface="黑体" pitchFamily="49" charset="-122"/>
          <a:ea typeface="黑体" pitchFamily="49" charset="-122"/>
          <a:cs typeface="+mn-cs"/>
        </a:defRPr>
      </a:lvl1pPr>
      <a:lvl2pPr marL="742950" indent="-285750" algn="l" rtl="0" eaLnBrk="0" fontAlgn="base" hangingPunct="0">
        <a:lnSpc>
          <a:spcPct val="140000"/>
        </a:lnSpc>
        <a:spcBef>
          <a:spcPct val="0"/>
        </a:spcBef>
        <a:spcAft>
          <a:spcPct val="0"/>
        </a:spcAft>
        <a:buSzPct val="50000"/>
        <a:buFont typeface="Wingdings" pitchFamily="2" charset="2"/>
        <a:buChar char="p"/>
        <a:defRPr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140000"/>
        </a:lnSpc>
        <a:spcBef>
          <a:spcPct val="0"/>
        </a:spcBef>
        <a:spcAft>
          <a:spcPct val="0"/>
        </a:spcAft>
        <a:buSzPct val="50000"/>
        <a:buFont typeface="Wingdings" pitchFamily="2" charset="2"/>
        <a:buChar char="n"/>
        <a:defRPr sz="16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140000"/>
        </a:lnSpc>
        <a:spcBef>
          <a:spcPct val="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140000"/>
        </a:lnSpc>
        <a:spcBef>
          <a:spcPct val="0"/>
        </a:spcBef>
        <a:spcAft>
          <a:spcPct val="0"/>
        </a:spcAft>
        <a:buFont typeface="Arial" pitchFamily="34" charset="0"/>
        <a:buChar char="~"/>
        <a:defRPr sz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~"/>
        <a:defRPr sz="16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~"/>
        <a:defRPr sz="16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~"/>
        <a:defRPr sz="16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~"/>
        <a:defRPr sz="16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xmlns="" id="{AF72FAD7-C8C3-754A-A498-D3A7EC29AB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08954" y="6270652"/>
            <a:ext cx="1981542" cy="1536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3089" y="5970031"/>
            <a:ext cx="2255784" cy="493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975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5" r:id="rId1"/>
    <p:sldLayoutId id="2147483876" r:id="rId2"/>
    <p:sldLayoutId id="2147483877" r:id="rId3"/>
    <p:sldLayoutId id="2147483878" r:id="rId4"/>
    <p:sldLayoutId id="2147483879" r:id="rId5"/>
    <p:sldLayoutId id="2147483880" r:id="rId6"/>
  </p:sldLayoutIdLst>
  <p:hf hdr="0" ftr="0" dt="0"/>
  <p:txStyles>
    <p:titleStyle>
      <a:lvl1pPr algn="l" defTabSz="914034" rtl="0" eaLnBrk="1" latinLnBrk="0" hangingPunct="1">
        <a:lnSpc>
          <a:spcPts val="3439"/>
        </a:lnSpc>
        <a:spcBef>
          <a:spcPct val="0"/>
        </a:spcBef>
        <a:buNone/>
        <a:defRPr sz="3199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0" indent="0" algn="l" defTabSz="914034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  <a:lvl2pPr marL="457017" indent="0" algn="l" defTabSz="914034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034" indent="0" algn="l" defTabSz="914034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051" indent="0" algn="l" defTabSz="914034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068" indent="0" algn="l" defTabSz="914034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3594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611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628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646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17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034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051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068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086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103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120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137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59">
          <p15:clr>
            <a:srgbClr val="F26B43"/>
          </p15:clr>
        </p15:guide>
        <p15:guide id="2" pos="3841">
          <p15:clr>
            <a:srgbClr val="F26B43"/>
          </p15:clr>
        </p15:guide>
        <p15:guide id="3" pos="565">
          <p15:clr>
            <a:srgbClr val="F26B43"/>
          </p15:clr>
        </p15:guide>
        <p15:guide id="4" orient="horz" pos="4007">
          <p15:clr>
            <a:srgbClr val="F26B43"/>
          </p15:clr>
        </p15:guide>
        <p15:guide id="5" orient="horz" pos="1235">
          <p15:clr>
            <a:srgbClr val="F26B43"/>
          </p15:clr>
        </p15:guide>
        <p15:guide id="6" orient="horz" pos="55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code.com/Ascend/msit/blob/master/msserviceprofiler/docs/%E6%9C%8D%E5%8A%A1%E5%8C%96%E8%87%AA%E5%8A%A8%E5%AF%BB%E4%BC%98%E5%B7%A5%E5%85%B7.md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Relationship Id="rId4" Type="http://schemas.openxmlformats.org/officeDocument/2006/relationships/hyperlink" Target="https://www.hiascend.com/document/detail/zh/mindstudio/80RC1/T&amp;ITools/Profiling/mindieprofiling_0001.html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服务化参数自动寻优</a:t>
            </a:r>
          </a:p>
        </p:txBody>
      </p:sp>
    </p:spTree>
    <p:extLst>
      <p:ext uri="{BB962C8B-B14F-4D97-AF65-F5344CB8AC3E}">
        <p14:creationId xmlns:p14="http://schemas.microsoft.com/office/powerpoint/2010/main" val="20802848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标题 3"/>
          <p:cNvSpPr>
            <a:spLocks noGrp="1"/>
          </p:cNvSpPr>
          <p:nvPr>
            <p:ph type="title"/>
          </p:nvPr>
        </p:nvSpPr>
        <p:spPr>
          <a:xfrm>
            <a:off x="455612" y="447468"/>
            <a:ext cx="11293475" cy="481315"/>
          </a:xfrm>
        </p:spPr>
        <p:txBody>
          <a:bodyPr/>
          <a:lstStyle/>
          <a:p>
            <a:r>
              <a:rPr lang="zh-CN" altLang="en-US" dirty="0"/>
              <a:t>工具介绍</a:t>
            </a:r>
            <a:endParaRPr lang="en-US" altLang="zh-CN" dirty="0"/>
          </a:p>
        </p:txBody>
      </p:sp>
      <p:sp>
        <p:nvSpPr>
          <p:cNvPr id="4" name="AutoShape 4" descr="https://www.suloon.com/uploadfile/2020/0824/20200824032101807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xmlns="" id="{666DC28A-612B-41F8-8EC7-2AEC457F5411}"/>
              </a:ext>
            </a:extLst>
          </p:cNvPr>
          <p:cNvSpPr/>
          <p:nvPr/>
        </p:nvSpPr>
        <p:spPr>
          <a:xfrm>
            <a:off x="621437" y="1470514"/>
            <a:ext cx="10404629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大模型上线服务时，开发者们常陷入这样的困境：</a:t>
            </a:r>
          </a:p>
          <a:p>
            <a:endParaRPr lang="zh-CN" altLang="en-US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手动试错成本高：</a:t>
            </a:r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batch size</a:t>
            </a:r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、最大</a:t>
            </a:r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token</a:t>
            </a:r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数、并发线程数等参数组合爆炸式增长；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算力消耗大：参数测试验证动辄消耗数小时算力；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延迟与吞吐难平衡：需满足低延迟的同时追求最大吞吐；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影响因子多：请求长度不一，负载特征不同，硬件配置、量化精度、并行策略不同，批处理、调度算法配置差异等都会影响服务化性能。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xmlns="" id="{DE6A37A4-D632-4088-A041-F71BD12FF633}"/>
              </a:ext>
            </a:extLst>
          </p:cNvPr>
          <p:cNvSpPr/>
          <p:nvPr/>
        </p:nvSpPr>
        <p:spPr>
          <a:xfrm>
            <a:off x="703639" y="5036364"/>
            <a:ext cx="993181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服务化参数自动寻优：</a:t>
            </a:r>
            <a:r>
              <a:rPr lang="en-US" altLang="zh-CN" dirty="0">
                <a:hlinkClick r:id="rId3"/>
              </a:rPr>
              <a:t>https://</a:t>
            </a:r>
            <a:r>
              <a:rPr lang="en-US" altLang="zh-CN" dirty="0" err="1">
                <a:hlinkClick r:id="rId3"/>
              </a:rPr>
              <a:t>gitcode.com</a:t>
            </a:r>
            <a:r>
              <a:rPr lang="en-US" altLang="zh-CN" dirty="0">
                <a:hlinkClick r:id="rId3"/>
              </a:rPr>
              <a:t>/Ascend/</a:t>
            </a:r>
            <a:r>
              <a:rPr lang="en-US" altLang="zh-CN" dirty="0" err="1">
                <a:hlinkClick r:id="rId3"/>
              </a:rPr>
              <a:t>msit</a:t>
            </a:r>
            <a:r>
              <a:rPr lang="en-US" altLang="zh-CN" dirty="0">
                <a:hlinkClick r:id="rId3"/>
              </a:rPr>
              <a:t>/blob/master/msserviceprofiler/docs/%E6%9C%8D%E5%8A%A1%E5%8C%96%E8%87%AA%E5%8A%A8%E5%AF%BB%E4%BC%98%E5%B7%A5%E5%85%B7.md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137165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箭头: 右 19">
            <a:extLst>
              <a:ext uri="{FF2B5EF4-FFF2-40B4-BE49-F238E27FC236}">
                <a16:creationId xmlns:a16="http://schemas.microsoft.com/office/drawing/2014/main" xmlns="" id="{087B9D5E-B7D1-4687-86FB-58732582A417}"/>
              </a:ext>
            </a:extLst>
          </p:cNvPr>
          <p:cNvSpPr/>
          <p:nvPr/>
        </p:nvSpPr>
        <p:spPr>
          <a:xfrm rot="2829099">
            <a:off x="4906374" y="2529088"/>
            <a:ext cx="749423" cy="342524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标题 3"/>
          <p:cNvSpPr>
            <a:spLocks noGrp="1"/>
          </p:cNvSpPr>
          <p:nvPr>
            <p:ph type="title"/>
          </p:nvPr>
        </p:nvSpPr>
        <p:spPr>
          <a:xfrm>
            <a:off x="455612" y="447468"/>
            <a:ext cx="11293475" cy="481315"/>
          </a:xfrm>
        </p:spPr>
        <p:txBody>
          <a:bodyPr/>
          <a:lstStyle/>
          <a:p>
            <a:r>
              <a:rPr lang="zh-CN" altLang="en-US" dirty="0"/>
              <a:t>轻量化流程</a:t>
            </a:r>
            <a:endParaRPr lang="en-US" altLang="zh-CN" dirty="0"/>
          </a:p>
        </p:txBody>
      </p:sp>
      <p:sp>
        <p:nvSpPr>
          <p:cNvPr id="4" name="AutoShape 4" descr="https://www.suloon.com/uploadfile/2020/0824/20200824032101807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xmlns="" id="{2F1501E9-69E3-4C4E-B6EA-0D8159FEEB8A}"/>
              </a:ext>
            </a:extLst>
          </p:cNvPr>
          <p:cNvSpPr/>
          <p:nvPr/>
        </p:nvSpPr>
        <p:spPr>
          <a:xfrm>
            <a:off x="2989559" y="3060213"/>
            <a:ext cx="1198486" cy="731341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PSO</a:t>
            </a:r>
            <a:endParaRPr lang="zh-CN" altLang="en-US" dirty="0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xmlns="" id="{2B81082C-7829-4769-95D2-698617B6E353}"/>
              </a:ext>
            </a:extLst>
          </p:cNvPr>
          <p:cNvSpPr/>
          <p:nvPr/>
        </p:nvSpPr>
        <p:spPr>
          <a:xfrm>
            <a:off x="4925995" y="3062794"/>
            <a:ext cx="1198486" cy="731341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Filter</a:t>
            </a:r>
            <a:endParaRPr lang="zh-CN" altLang="en-US" dirty="0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xmlns="" id="{9C97C43A-6E73-4731-B8C8-7C0982B5F1D4}"/>
              </a:ext>
            </a:extLst>
          </p:cNvPr>
          <p:cNvSpPr/>
          <p:nvPr/>
        </p:nvSpPr>
        <p:spPr>
          <a:xfrm>
            <a:off x="7199058" y="1905325"/>
            <a:ext cx="1198486" cy="731341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Simulator</a:t>
            </a:r>
            <a:endParaRPr lang="zh-CN" altLang="en-US" dirty="0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xmlns="" id="{2C02F28F-4139-4EC8-9A6A-0EF43CE7621D}"/>
              </a:ext>
            </a:extLst>
          </p:cNvPr>
          <p:cNvSpPr/>
          <p:nvPr/>
        </p:nvSpPr>
        <p:spPr>
          <a:xfrm>
            <a:off x="7199058" y="4249073"/>
            <a:ext cx="1343488" cy="731341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Benchmark</a:t>
            </a:r>
            <a:endParaRPr lang="zh-CN" altLang="en-US" dirty="0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xmlns="" id="{4AD39D8A-4AFD-40BB-9A06-D8350E4367AC}"/>
              </a:ext>
            </a:extLst>
          </p:cNvPr>
          <p:cNvSpPr/>
          <p:nvPr/>
        </p:nvSpPr>
        <p:spPr>
          <a:xfrm>
            <a:off x="9881949" y="3025597"/>
            <a:ext cx="1473694" cy="731341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DataStorage</a:t>
            </a:r>
            <a:endParaRPr lang="zh-CN" altLang="en-US" dirty="0"/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xmlns="" id="{1896FA26-383C-4BB8-BA02-65C5AF9486A2}"/>
              </a:ext>
            </a:extLst>
          </p:cNvPr>
          <p:cNvSpPr/>
          <p:nvPr/>
        </p:nvSpPr>
        <p:spPr>
          <a:xfrm>
            <a:off x="1053124" y="3062794"/>
            <a:ext cx="1198486" cy="731341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1"/>
                </a:solidFill>
              </a:rPr>
              <a:t>Optimizer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xmlns="" id="{074B8472-E460-448F-8BD6-6EF97E94E7E8}"/>
              </a:ext>
            </a:extLst>
          </p:cNvPr>
          <p:cNvSpPr/>
          <p:nvPr/>
        </p:nvSpPr>
        <p:spPr>
          <a:xfrm>
            <a:off x="2441359" y="3249225"/>
            <a:ext cx="310719" cy="34623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箭头: 右 14">
            <a:extLst>
              <a:ext uri="{FF2B5EF4-FFF2-40B4-BE49-F238E27FC236}">
                <a16:creationId xmlns:a16="http://schemas.microsoft.com/office/drawing/2014/main" xmlns="" id="{356CCFB3-DED5-4765-A3D9-F6A04D212D72}"/>
              </a:ext>
            </a:extLst>
          </p:cNvPr>
          <p:cNvSpPr/>
          <p:nvPr/>
        </p:nvSpPr>
        <p:spPr>
          <a:xfrm>
            <a:off x="4401660" y="3249225"/>
            <a:ext cx="310719" cy="34623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箭头: 右 15">
            <a:extLst>
              <a:ext uri="{FF2B5EF4-FFF2-40B4-BE49-F238E27FC236}">
                <a16:creationId xmlns:a16="http://schemas.microsoft.com/office/drawing/2014/main" xmlns="" id="{A41B9A6F-6EDC-422D-8780-44EF219A0AD5}"/>
              </a:ext>
            </a:extLst>
          </p:cNvPr>
          <p:cNvSpPr/>
          <p:nvPr/>
        </p:nvSpPr>
        <p:spPr>
          <a:xfrm rot="19786061">
            <a:off x="6211377" y="2684520"/>
            <a:ext cx="905585" cy="34623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箭头: 右 16">
            <a:extLst>
              <a:ext uri="{FF2B5EF4-FFF2-40B4-BE49-F238E27FC236}">
                <a16:creationId xmlns:a16="http://schemas.microsoft.com/office/drawing/2014/main" xmlns="" id="{7F29394C-0C08-4C3C-A0A5-A0F8114907AF}"/>
              </a:ext>
            </a:extLst>
          </p:cNvPr>
          <p:cNvSpPr/>
          <p:nvPr/>
        </p:nvSpPr>
        <p:spPr>
          <a:xfrm rot="2147984">
            <a:off x="6201513" y="4232427"/>
            <a:ext cx="905585" cy="34623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右大括号 7">
            <a:extLst>
              <a:ext uri="{FF2B5EF4-FFF2-40B4-BE49-F238E27FC236}">
                <a16:creationId xmlns:a16="http://schemas.microsoft.com/office/drawing/2014/main" xmlns="" id="{8550E444-FD30-48DB-B24B-72946721E52B}"/>
              </a:ext>
            </a:extLst>
          </p:cNvPr>
          <p:cNvSpPr/>
          <p:nvPr/>
        </p:nvSpPr>
        <p:spPr>
          <a:xfrm>
            <a:off x="8618789" y="2214977"/>
            <a:ext cx="559293" cy="2361460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箭头: 右 18">
            <a:extLst>
              <a:ext uri="{FF2B5EF4-FFF2-40B4-BE49-F238E27FC236}">
                <a16:creationId xmlns:a16="http://schemas.microsoft.com/office/drawing/2014/main" xmlns="" id="{573B6E58-A54C-4F4F-82EC-BF0D46E5469F}"/>
              </a:ext>
            </a:extLst>
          </p:cNvPr>
          <p:cNvSpPr/>
          <p:nvPr/>
        </p:nvSpPr>
        <p:spPr>
          <a:xfrm>
            <a:off x="9326132" y="3235190"/>
            <a:ext cx="310719" cy="34623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xmlns="" id="{26452805-A20A-4717-88CF-4199F36A28AB}"/>
              </a:ext>
            </a:extLst>
          </p:cNvPr>
          <p:cNvSpPr txBox="1"/>
          <p:nvPr/>
        </p:nvSpPr>
        <p:spPr>
          <a:xfrm>
            <a:off x="1418970" y="3869466"/>
            <a:ext cx="46679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</a:rPr>
              <a:t>入口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xmlns="" id="{9A9099EA-9163-4570-8708-E07BD7E5C1CF}"/>
              </a:ext>
            </a:extLst>
          </p:cNvPr>
          <p:cNvSpPr txBox="1"/>
          <p:nvPr/>
        </p:nvSpPr>
        <p:spPr>
          <a:xfrm>
            <a:off x="3221501" y="3869466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</a:rPr>
              <a:t>参数生成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xmlns="" id="{62D06CDE-C8EF-4871-A422-B7356135E3C9}"/>
              </a:ext>
            </a:extLst>
          </p:cNvPr>
          <p:cNvSpPr txBox="1"/>
          <p:nvPr/>
        </p:nvSpPr>
        <p:spPr>
          <a:xfrm>
            <a:off x="5150776" y="3869466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</a:rPr>
              <a:t>参数过滤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xmlns="" id="{DA69A3EF-5776-40FC-B655-CCCCE547E44D}"/>
              </a:ext>
            </a:extLst>
          </p:cNvPr>
          <p:cNvSpPr txBox="1"/>
          <p:nvPr/>
        </p:nvSpPr>
        <p:spPr>
          <a:xfrm>
            <a:off x="7378446" y="2691136"/>
            <a:ext cx="88998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</a:rPr>
              <a:t>服务化框架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xmlns="" id="{EFB8E991-119A-4FDF-B926-63E83E2C934B}"/>
              </a:ext>
            </a:extLst>
          </p:cNvPr>
          <p:cNvSpPr txBox="1"/>
          <p:nvPr/>
        </p:nvSpPr>
        <p:spPr>
          <a:xfrm>
            <a:off x="7567851" y="5015926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</a:rPr>
              <a:t>性能测评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xmlns="" id="{5D485FB9-5F8C-44B8-83E0-B97B9A3E6B10}"/>
              </a:ext>
            </a:extLst>
          </p:cNvPr>
          <p:cNvSpPr txBox="1"/>
          <p:nvPr/>
        </p:nvSpPr>
        <p:spPr>
          <a:xfrm>
            <a:off x="10315378" y="3863550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</a:rPr>
              <a:t>结果输出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xmlns="" id="{03961E69-7CFC-44DE-8F0F-0ED2FD5CAAE4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624831" y="1980052"/>
            <a:ext cx="602327" cy="658213"/>
          </a:xfrm>
          <a:prstGeom prst="rect">
            <a:avLst/>
          </a:prstGeom>
        </p:spPr>
      </p:pic>
      <p:sp>
        <p:nvSpPr>
          <p:cNvPr id="29" name="文本框 28">
            <a:extLst>
              <a:ext uri="{FF2B5EF4-FFF2-40B4-BE49-F238E27FC236}">
                <a16:creationId xmlns:a16="http://schemas.microsoft.com/office/drawing/2014/main" xmlns="" id="{D8AE57D2-053F-42E7-9F26-D268DF29E480}"/>
              </a:ext>
            </a:extLst>
          </p:cNvPr>
          <p:cNvSpPr txBox="1"/>
          <p:nvPr/>
        </p:nvSpPr>
        <p:spPr>
          <a:xfrm>
            <a:off x="4334670" y="2596025"/>
            <a:ext cx="8451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</a:rPr>
              <a:t>经验</a:t>
            </a:r>
            <a:r>
              <a:rPr lang="en-US" altLang="zh-CN" sz="1100" dirty="0">
                <a:solidFill>
                  <a:schemeClr val="bg1">
                    <a:lumMod val="65000"/>
                  </a:schemeClr>
                </a:solidFill>
              </a:rPr>
              <a:t>&amp;</a:t>
            </a:r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</a:rPr>
              <a:t>建模</a:t>
            </a:r>
          </a:p>
        </p:txBody>
      </p:sp>
      <p:pic>
        <p:nvPicPr>
          <p:cNvPr id="30" name="图片 29">
            <a:extLst>
              <a:ext uri="{FF2B5EF4-FFF2-40B4-BE49-F238E27FC236}">
                <a16:creationId xmlns:a16="http://schemas.microsoft.com/office/drawing/2014/main" xmlns="" id="{2FEB2622-D39C-4549-932A-00A18F76D6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0145" y="1167829"/>
            <a:ext cx="997977" cy="310051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xmlns="" id="{4430AEB5-B68F-436A-955E-F48E6129D1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6872" y="650470"/>
            <a:ext cx="1162857" cy="282857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</p:pic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xmlns="" id="{6275A6C4-FCEB-4BC9-9A6F-2300100F3B0F}"/>
              </a:ext>
            </a:extLst>
          </p:cNvPr>
          <p:cNvCxnSpPr>
            <a:cxnSpLocks/>
          </p:cNvCxnSpPr>
          <p:nvPr/>
        </p:nvCxnSpPr>
        <p:spPr>
          <a:xfrm flipV="1">
            <a:off x="7207203" y="563839"/>
            <a:ext cx="0" cy="1204694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xmlns="" id="{442AF998-CB5F-4390-B4C4-700D815F7825}"/>
              </a:ext>
            </a:extLst>
          </p:cNvPr>
          <p:cNvSpPr txBox="1"/>
          <p:nvPr/>
        </p:nvSpPr>
        <p:spPr>
          <a:xfrm>
            <a:off x="8978642" y="231314"/>
            <a:ext cx="1850181" cy="18697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dirty="0">
                <a:solidFill>
                  <a:schemeClr val="bg1">
                    <a:lumMod val="65000"/>
                  </a:schemeClr>
                </a:solidFill>
              </a:rPr>
              <a:t>调参范围（支持拓展）：</a:t>
            </a:r>
            <a:endParaRPr lang="en-US" altLang="zh-CN" sz="1050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US" altLang="zh-CN" sz="1050" dirty="0">
                <a:solidFill>
                  <a:schemeClr val="bg1">
                    <a:lumMod val="65000"/>
                  </a:schemeClr>
                </a:solidFill>
              </a:rPr>
              <a:t>maxBatchSize</a:t>
            </a:r>
          </a:p>
          <a:p>
            <a:r>
              <a:rPr lang="en-US" altLang="zh-CN" sz="1050" dirty="0">
                <a:solidFill>
                  <a:schemeClr val="bg1">
                    <a:lumMod val="65000"/>
                  </a:schemeClr>
                </a:solidFill>
              </a:rPr>
              <a:t>maxPrefillBatchSize</a:t>
            </a:r>
          </a:p>
          <a:p>
            <a:r>
              <a:rPr lang="en-US" altLang="zh-CN" sz="1050" dirty="0">
                <a:solidFill>
                  <a:schemeClr val="bg1">
                    <a:lumMod val="65000"/>
                  </a:schemeClr>
                </a:solidFill>
              </a:rPr>
              <a:t>prefillTimeMsPerReq</a:t>
            </a:r>
          </a:p>
          <a:p>
            <a:r>
              <a:rPr lang="en-US" altLang="zh-CN" sz="1050" dirty="0">
                <a:solidFill>
                  <a:schemeClr val="bg1">
                    <a:lumMod val="65000"/>
                  </a:schemeClr>
                </a:solidFill>
              </a:rPr>
              <a:t>decodeTimeMsPerReq</a:t>
            </a:r>
          </a:p>
          <a:p>
            <a:r>
              <a:rPr lang="en-US" altLang="zh-CN" sz="1050" dirty="0">
                <a:solidFill>
                  <a:schemeClr val="bg1">
                    <a:lumMod val="65000"/>
                  </a:schemeClr>
                </a:solidFill>
              </a:rPr>
              <a:t>supportSelectBatch</a:t>
            </a:r>
          </a:p>
          <a:p>
            <a:r>
              <a:rPr lang="en-US" altLang="zh-CN" sz="1050" dirty="0">
                <a:solidFill>
                  <a:schemeClr val="bg1">
                    <a:lumMod val="65000"/>
                  </a:schemeClr>
                </a:solidFill>
              </a:rPr>
              <a:t>maxQueueDelayMicroseconds</a:t>
            </a:r>
          </a:p>
          <a:p>
            <a:r>
              <a:rPr lang="en-US" altLang="zh-CN" sz="1050" dirty="0">
                <a:solidFill>
                  <a:schemeClr val="bg1">
                    <a:lumMod val="65000"/>
                  </a:schemeClr>
                </a:solidFill>
              </a:rPr>
              <a:t>prefillPolicyType</a:t>
            </a:r>
          </a:p>
          <a:p>
            <a:r>
              <a:rPr lang="en-US" altLang="zh-CN" sz="1050" dirty="0">
                <a:solidFill>
                  <a:schemeClr val="bg1">
                    <a:lumMod val="65000"/>
                  </a:schemeClr>
                </a:solidFill>
              </a:rPr>
              <a:t>decodePolicyType</a:t>
            </a:r>
          </a:p>
          <a:p>
            <a:r>
              <a:rPr lang="en-US" altLang="zh-CN" sz="1050" dirty="0">
                <a:solidFill>
                  <a:schemeClr val="bg1">
                    <a:lumMod val="65000"/>
                  </a:schemeClr>
                </a:solidFill>
              </a:rPr>
              <a:t>maxPreemptCount</a:t>
            </a:r>
          </a:p>
          <a:p>
            <a:r>
              <a:rPr lang="en-US" altLang="zh-CN" sz="1050" dirty="0">
                <a:solidFill>
                  <a:schemeClr val="bg1">
                    <a:lumMod val="65000"/>
                  </a:schemeClr>
                </a:solidFill>
              </a:rPr>
              <a:t>...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xmlns="" id="{2F50D1C6-5DCD-4A32-A900-16EFE7C3205E}"/>
              </a:ext>
            </a:extLst>
          </p:cNvPr>
          <p:cNvSpPr txBox="1"/>
          <p:nvPr/>
        </p:nvSpPr>
        <p:spPr>
          <a:xfrm>
            <a:off x="9693705" y="5445906"/>
            <a:ext cx="185018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dirty="0">
                <a:solidFill>
                  <a:schemeClr val="bg1">
                    <a:lumMod val="65000"/>
                  </a:schemeClr>
                </a:solidFill>
              </a:rPr>
              <a:t>调参范围（支持拓展）：</a:t>
            </a:r>
            <a:endParaRPr lang="en-US" altLang="zh-CN" sz="1050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US" altLang="zh-CN" sz="1050" dirty="0">
                <a:solidFill>
                  <a:schemeClr val="bg1">
                    <a:lumMod val="65000"/>
                  </a:schemeClr>
                </a:solidFill>
              </a:rPr>
              <a:t>Concurrency</a:t>
            </a:r>
          </a:p>
          <a:p>
            <a:r>
              <a:rPr lang="en-US" altLang="zh-CN" sz="1050" dirty="0">
                <a:solidFill>
                  <a:schemeClr val="bg1">
                    <a:lumMod val="65000"/>
                  </a:schemeClr>
                </a:solidFill>
              </a:rPr>
              <a:t>RequestRate</a:t>
            </a:r>
          </a:p>
          <a:p>
            <a:r>
              <a:rPr lang="en-US" altLang="zh-CN" sz="1050" dirty="0">
                <a:solidFill>
                  <a:schemeClr val="bg1">
                    <a:lumMod val="65000"/>
                  </a:schemeClr>
                </a:solidFill>
              </a:rPr>
              <a:t>...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xmlns="" id="{00542E81-93D6-495B-AB2F-621F6CEAB49B}"/>
              </a:ext>
            </a:extLst>
          </p:cNvPr>
          <p:cNvSpPr/>
          <p:nvPr/>
        </p:nvSpPr>
        <p:spPr>
          <a:xfrm>
            <a:off x="7111959" y="5298638"/>
            <a:ext cx="1484405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2400" b="0" cap="none" spc="0" dirty="0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</a:rPr>
              <a:t>AISBench</a:t>
            </a:r>
            <a:endParaRPr lang="zh-CN" altLang="en-US" sz="2400" b="0" cap="none" spc="0" dirty="0">
              <a:ln w="0"/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xmlns="" id="{1AB78B0E-FAB0-4DE2-A1FA-975EA06EEA8E}"/>
              </a:ext>
            </a:extLst>
          </p:cNvPr>
          <p:cNvSpPr/>
          <p:nvPr/>
        </p:nvSpPr>
        <p:spPr>
          <a:xfrm>
            <a:off x="7111959" y="5584406"/>
            <a:ext cx="1734463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2400" b="0" cap="none" spc="0" dirty="0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</a:rPr>
              <a:t>BenchMark</a:t>
            </a:r>
            <a:endParaRPr lang="zh-CN" altLang="en-US" sz="2400" b="0" cap="none" spc="0" dirty="0">
              <a:ln w="0"/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xmlns="" id="{7FEC7906-EA07-4270-A47A-256971BDD4FE}"/>
              </a:ext>
            </a:extLst>
          </p:cNvPr>
          <p:cNvSpPr/>
          <p:nvPr/>
        </p:nvSpPr>
        <p:spPr>
          <a:xfrm>
            <a:off x="7129946" y="5896901"/>
            <a:ext cx="2373655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2400" b="0" cap="none" spc="0" dirty="0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</a:rPr>
              <a:t>Vllm-BenchMark</a:t>
            </a:r>
            <a:endParaRPr lang="zh-CN" altLang="en-US" sz="2400" b="0" cap="none" spc="0" dirty="0">
              <a:ln w="0"/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  <a:effectLst/>
            </a:endParaRPr>
          </a:p>
        </p:txBody>
      </p: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xmlns="" id="{B55FB169-E8C8-4753-8B3C-435324B1B0FA}"/>
              </a:ext>
            </a:extLst>
          </p:cNvPr>
          <p:cNvCxnSpPr>
            <a:cxnSpLocks/>
          </p:cNvCxnSpPr>
          <p:nvPr/>
        </p:nvCxnSpPr>
        <p:spPr>
          <a:xfrm flipV="1">
            <a:off x="7199058" y="4980414"/>
            <a:ext cx="0" cy="143114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xmlns="" id="{4987669B-B9D0-4ED1-9A10-2F796099908F}"/>
              </a:ext>
            </a:extLst>
          </p:cNvPr>
          <p:cNvCxnSpPr>
            <a:cxnSpLocks/>
          </p:cNvCxnSpPr>
          <p:nvPr/>
        </p:nvCxnSpPr>
        <p:spPr>
          <a:xfrm flipV="1">
            <a:off x="8421577" y="294095"/>
            <a:ext cx="559293" cy="332525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xmlns="" id="{1ABCBE5C-63C7-43CB-9118-5B113E50DE38}"/>
              </a:ext>
            </a:extLst>
          </p:cNvPr>
          <p:cNvCxnSpPr>
            <a:cxnSpLocks/>
          </p:cNvCxnSpPr>
          <p:nvPr/>
        </p:nvCxnSpPr>
        <p:spPr>
          <a:xfrm>
            <a:off x="8419349" y="915712"/>
            <a:ext cx="631991" cy="94548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xmlns="" id="{FAC52FB9-F3A4-49C0-AE83-5F3B1B1ACEEF}"/>
              </a:ext>
            </a:extLst>
          </p:cNvPr>
          <p:cNvCxnSpPr>
            <a:cxnSpLocks/>
          </p:cNvCxnSpPr>
          <p:nvPr/>
        </p:nvCxnSpPr>
        <p:spPr>
          <a:xfrm>
            <a:off x="9261942" y="5882264"/>
            <a:ext cx="669936" cy="412004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xmlns="" id="{B990942A-0EB5-4BDE-8719-2BA6026DD201}"/>
              </a:ext>
            </a:extLst>
          </p:cNvPr>
          <p:cNvCxnSpPr>
            <a:cxnSpLocks/>
          </p:cNvCxnSpPr>
          <p:nvPr/>
        </p:nvCxnSpPr>
        <p:spPr>
          <a:xfrm flipV="1">
            <a:off x="9265428" y="5267589"/>
            <a:ext cx="559293" cy="332525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本框 39">
            <a:extLst>
              <a:ext uri="{FF2B5EF4-FFF2-40B4-BE49-F238E27FC236}">
                <a16:creationId xmlns:a16="http://schemas.microsoft.com/office/drawing/2014/main" xmlns="" id="{ADD4332E-55A7-4324-9E55-2D9A3ECF5607}"/>
              </a:ext>
            </a:extLst>
          </p:cNvPr>
          <p:cNvSpPr txBox="1"/>
          <p:nvPr/>
        </p:nvSpPr>
        <p:spPr>
          <a:xfrm>
            <a:off x="3557187" y="1456215"/>
            <a:ext cx="12250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bg1">
                    <a:lumMod val="65000"/>
                  </a:schemeClr>
                </a:solidFill>
              </a:rPr>
              <a:t>guided</a:t>
            </a:r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</a:rPr>
              <a:t>的搜索？</a:t>
            </a:r>
          </a:p>
        </p:txBody>
      </p:sp>
      <p:cxnSp>
        <p:nvCxnSpPr>
          <p:cNvPr id="44" name="连接符: 肘形 43">
            <a:extLst>
              <a:ext uri="{FF2B5EF4-FFF2-40B4-BE49-F238E27FC236}">
                <a16:creationId xmlns:a16="http://schemas.microsoft.com/office/drawing/2014/main" xmlns="" id="{EA076B4F-ED1C-429F-B47C-6DE0C7BD5D54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3574778" y="1827674"/>
            <a:ext cx="1080161" cy="1337193"/>
          </a:xfrm>
          <a:prstGeom prst="bentConnector3">
            <a:avLst>
              <a:gd name="adj1" fmla="val -21164"/>
            </a:avLst>
          </a:prstGeom>
          <a:ln>
            <a:solidFill>
              <a:schemeClr val="bg1">
                <a:lumMod val="8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73808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标题 3"/>
          <p:cNvSpPr>
            <a:spLocks noGrp="1"/>
          </p:cNvSpPr>
          <p:nvPr>
            <p:ph type="title"/>
          </p:nvPr>
        </p:nvSpPr>
        <p:spPr>
          <a:xfrm>
            <a:off x="455612" y="447468"/>
            <a:ext cx="11293475" cy="481315"/>
          </a:xfrm>
        </p:spPr>
        <p:txBody>
          <a:bodyPr/>
          <a:lstStyle/>
          <a:p>
            <a:r>
              <a:rPr lang="zh-CN" altLang="en-US" dirty="0"/>
              <a:t>使用介绍</a:t>
            </a:r>
            <a:endParaRPr lang="en-US" altLang="zh-CN" dirty="0"/>
          </a:p>
        </p:txBody>
      </p:sp>
      <p:sp>
        <p:nvSpPr>
          <p:cNvPr id="4" name="AutoShape 4" descr="https://www.suloon.com/uploadfile/2020/0824/20200824032101807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xmlns="" id="{887EBA9D-A5CC-4FC4-BB27-F2B87000CE12}"/>
              </a:ext>
            </a:extLst>
          </p:cNvPr>
          <p:cNvSpPr/>
          <p:nvPr/>
        </p:nvSpPr>
        <p:spPr>
          <a:xfrm>
            <a:off x="307975" y="939880"/>
            <a:ext cx="5640388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</a:t>
            </a:r>
            <a:r>
              <a:rPr lang="zh-CN" altLang="en-US" sz="16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）环境准备</a:t>
            </a:r>
            <a:endParaRPr lang="en-US" altLang="zh-CN" sz="1600" dirty="0">
              <a:solidFill>
                <a:srgbClr val="00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r>
              <a:rPr lang="zh-CN" altLang="en-US" sz="1400" dirty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确保环境可以拉起</a:t>
            </a:r>
            <a:r>
              <a:rPr lang="en-US" altLang="zh-CN" sz="1400" dirty="0" err="1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MindIE</a:t>
            </a:r>
            <a:r>
              <a:rPr lang="en-US" altLang="zh-CN" sz="1400" dirty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Service</a:t>
            </a:r>
            <a:r>
              <a:rPr lang="zh-CN" altLang="en-US" sz="1400" dirty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服务，以及</a:t>
            </a:r>
            <a:r>
              <a:rPr lang="en-US" altLang="zh-CN" sz="1400" dirty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Benchmark</a:t>
            </a:r>
            <a:r>
              <a:rPr lang="zh-CN" altLang="en-US" sz="1400" dirty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服务。</a:t>
            </a:r>
          </a:p>
          <a:p>
            <a:r>
              <a:rPr lang="zh-CN" altLang="en-US" sz="1400" dirty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推荐使用源码安装服务化自动寻优工具：</a:t>
            </a:r>
          </a:p>
          <a:p>
            <a:pPr lvl="1"/>
            <a:r>
              <a:rPr lang="en-US" altLang="zh-CN" sz="1400" i="1" dirty="0">
                <a:solidFill>
                  <a:srgbClr val="7E8C8D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git clone https://</a:t>
            </a:r>
            <a:r>
              <a:rPr lang="en-US" altLang="zh-CN" sz="1400" i="1" dirty="0" err="1">
                <a:solidFill>
                  <a:srgbClr val="7E8C8D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gitcode.com</a:t>
            </a:r>
            <a:r>
              <a:rPr lang="en-US" altLang="zh-CN" sz="1400" i="1" dirty="0">
                <a:solidFill>
                  <a:srgbClr val="7E8C8D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/ascend/</a:t>
            </a:r>
            <a:r>
              <a:rPr lang="en-US" altLang="zh-CN" sz="1400" i="1" dirty="0" err="1">
                <a:solidFill>
                  <a:srgbClr val="7E8C8D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msit.git</a:t>
            </a:r>
            <a:r>
              <a:rPr lang="en-US" altLang="zh-CN" sz="1400" dirty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/>
            </a:r>
            <a:br>
              <a:rPr lang="en-US" altLang="zh-CN" sz="1400" dirty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</a:br>
            <a:r>
              <a:rPr lang="en-US" altLang="zh-CN" sz="1400" i="1" dirty="0">
                <a:solidFill>
                  <a:srgbClr val="7E8C8D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cd </a:t>
            </a:r>
            <a:r>
              <a:rPr lang="en-US" altLang="zh-CN" sz="1400" i="1" dirty="0" err="1">
                <a:solidFill>
                  <a:srgbClr val="7E8C8D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msit</a:t>
            </a:r>
            <a:r>
              <a:rPr lang="en-US" altLang="zh-CN" sz="1400" i="1" dirty="0">
                <a:solidFill>
                  <a:srgbClr val="7E8C8D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/msserviceprofiler</a:t>
            </a:r>
            <a:r>
              <a:rPr lang="en-US" altLang="zh-CN" sz="1400" dirty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/>
            </a:r>
            <a:br>
              <a:rPr lang="en-US" altLang="zh-CN" sz="1400" dirty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</a:br>
            <a:r>
              <a:rPr lang="en-US" altLang="zh-CN" sz="1400" i="1" dirty="0">
                <a:solidFill>
                  <a:srgbClr val="7E8C8D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pip install -e .[real]</a:t>
            </a:r>
            <a:r>
              <a:rPr lang="en-US" altLang="zh-CN" sz="1400" dirty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/>
            </a:r>
            <a:br>
              <a:rPr lang="en-US" altLang="zh-CN" sz="1400" dirty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</a:br>
            <a:r>
              <a:rPr lang="en-US" altLang="zh-CN" sz="1400" i="1" dirty="0">
                <a:solidFill>
                  <a:srgbClr val="7E8C8D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export </a:t>
            </a:r>
            <a:r>
              <a:rPr lang="en-US" altLang="zh-CN" sz="1400" i="1" dirty="0" err="1">
                <a:solidFill>
                  <a:srgbClr val="7E8C8D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PYTHONPATH</a:t>
            </a:r>
            <a:r>
              <a:rPr lang="en-US" altLang="zh-CN" sz="1400" i="1" dirty="0">
                <a:solidFill>
                  <a:srgbClr val="7E8C8D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=$</a:t>
            </a:r>
            <a:r>
              <a:rPr lang="en-US" altLang="zh-CN" sz="1400" i="1" dirty="0" err="1">
                <a:solidFill>
                  <a:srgbClr val="7E8C8D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PWD</a:t>
            </a:r>
            <a:r>
              <a:rPr lang="en-US" altLang="zh-CN" sz="1400" i="1" dirty="0">
                <a:solidFill>
                  <a:srgbClr val="7E8C8D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:$</a:t>
            </a:r>
            <a:r>
              <a:rPr lang="en-US" altLang="zh-CN" sz="1400" i="1" dirty="0" err="1">
                <a:solidFill>
                  <a:srgbClr val="7E8C8D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PYTHONPATH</a:t>
            </a:r>
            <a:r>
              <a:rPr lang="en-US" altLang="zh-CN" sz="1400" dirty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/>
            </a:r>
            <a:br>
              <a:rPr lang="en-US" altLang="zh-CN" sz="1400" dirty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</a:br>
            <a:r>
              <a:rPr lang="en-US" altLang="zh-CN" sz="1400" i="1" dirty="0">
                <a:solidFill>
                  <a:srgbClr val="7E8C8D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# </a:t>
            </a:r>
            <a:r>
              <a:rPr lang="zh-CN" altLang="en-US" sz="1400" i="1" dirty="0">
                <a:solidFill>
                  <a:srgbClr val="7E8C8D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仿真模式安装（可选）</a:t>
            </a:r>
            <a:r>
              <a:rPr lang="zh-CN" altLang="en-US" sz="1400" dirty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/>
            </a:r>
            <a:br>
              <a:rPr lang="zh-CN" altLang="en-US" sz="1400" dirty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</a:br>
            <a:r>
              <a:rPr lang="en-US" altLang="zh-CN" sz="1400" i="1" dirty="0">
                <a:solidFill>
                  <a:srgbClr val="7E8C8D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pip install -e .[speed]  </a:t>
            </a:r>
            <a:endParaRPr lang="en-US" altLang="zh-CN" sz="1400" b="0" i="0" dirty="0">
              <a:solidFill>
                <a:srgbClr val="000000"/>
              </a:solidFill>
              <a:effectLst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xmlns="" id="{4C6776DA-C516-4BED-BB72-E6DA9A056A5D}"/>
              </a:ext>
            </a:extLst>
          </p:cNvPr>
          <p:cNvSpPr/>
          <p:nvPr/>
        </p:nvSpPr>
        <p:spPr>
          <a:xfrm>
            <a:off x="307975" y="3287792"/>
            <a:ext cx="6154969" cy="33547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CN" sz="16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</a:t>
            </a:r>
            <a:r>
              <a:rPr lang="zh-CN" altLang="en-US" sz="16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）修改配置文件，指定寻优参数及服务化参数</a:t>
            </a:r>
            <a:endParaRPr lang="en-US" altLang="zh-CN" sz="1600" b="1" dirty="0">
              <a:solidFill>
                <a:srgbClr val="00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endParaRPr lang="zh-CN" altLang="en-US" sz="1400" dirty="0">
              <a:solidFill>
                <a:srgbClr val="00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r>
              <a:rPr lang="zh-CN" altLang="en-US" sz="1400" dirty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①修改</a:t>
            </a:r>
            <a:r>
              <a:rPr lang="en-US" altLang="zh-CN" sz="1400" dirty="0" err="1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config.toml</a:t>
            </a:r>
            <a:r>
              <a:rPr lang="zh-CN" altLang="en-US" sz="1400" dirty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内容，包括寻优参数：</a:t>
            </a:r>
            <a:r>
              <a:rPr lang="en-US" altLang="zh-CN" sz="1400" dirty="0" err="1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n_particles</a:t>
            </a:r>
            <a:r>
              <a:rPr lang="zh-CN" altLang="en-US" sz="1400" dirty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（粒子寻优每轮生成的服务化参数的组数）、</a:t>
            </a:r>
            <a:r>
              <a:rPr lang="en-US" altLang="zh-CN" sz="1400" dirty="0" err="1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iters</a:t>
            </a:r>
            <a:r>
              <a:rPr lang="zh-CN" altLang="en-US" sz="1400" dirty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（粒子寻优的轮数）、</a:t>
            </a:r>
            <a:r>
              <a:rPr lang="en-US" altLang="zh-CN" sz="1400" dirty="0" err="1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decode_constraint</a:t>
            </a:r>
            <a:r>
              <a:rPr lang="zh-CN" altLang="en-US" sz="1400" dirty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（</a:t>
            </a:r>
            <a:r>
              <a:rPr lang="en-US" altLang="zh-CN" sz="1400" dirty="0" err="1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time_per_output_token</a:t>
            </a:r>
            <a:r>
              <a:rPr lang="zh-CN" altLang="en-US" sz="1400" dirty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的限制时延约束）等。</a:t>
            </a:r>
          </a:p>
          <a:p>
            <a:endParaRPr lang="zh-CN" altLang="en-US" sz="1400" dirty="0">
              <a:solidFill>
                <a:srgbClr val="00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r>
              <a:rPr lang="zh-CN" altLang="en-US" sz="1400" dirty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②以及服务化参数，如下配置表示服务化参数</a:t>
            </a:r>
            <a:r>
              <a:rPr lang="en-US" altLang="zh-CN" sz="1400" dirty="0" err="1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max_batch_size</a:t>
            </a:r>
            <a:r>
              <a:rPr lang="zh-CN" altLang="en-US" sz="1400" dirty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的寻优搜索空间为</a:t>
            </a:r>
            <a:r>
              <a:rPr lang="en-US" altLang="zh-CN" sz="1400" dirty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10~400</a:t>
            </a:r>
            <a:r>
              <a:rPr lang="zh-CN" altLang="en-US" sz="1400" dirty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：</a:t>
            </a:r>
          </a:p>
          <a:p>
            <a:pPr lvl="1"/>
            <a:r>
              <a:rPr lang="en-US" altLang="zh-CN" sz="1400" dirty="0">
                <a:solidFill>
                  <a:schemeClr val="bg1">
                    <a:lumMod val="6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[[</a:t>
            </a:r>
            <a:r>
              <a:rPr lang="en-US" altLang="zh-CN" sz="1400" dirty="0" err="1">
                <a:solidFill>
                  <a:schemeClr val="bg1">
                    <a:lumMod val="6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mindie.target_field</a:t>
            </a:r>
            <a:r>
              <a:rPr lang="en-US" altLang="zh-CN" sz="1400" dirty="0">
                <a:solidFill>
                  <a:schemeClr val="bg1">
                    <a:lumMod val="6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]]</a:t>
            </a:r>
          </a:p>
          <a:p>
            <a:pPr lvl="1"/>
            <a:r>
              <a:rPr lang="en-US" altLang="zh-CN" sz="1400" dirty="0">
                <a:solidFill>
                  <a:schemeClr val="bg1">
                    <a:lumMod val="6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"name": "</a:t>
            </a:r>
            <a:r>
              <a:rPr lang="en-US" altLang="zh-CN" sz="1400" dirty="0" err="1">
                <a:solidFill>
                  <a:schemeClr val="bg1">
                    <a:lumMod val="6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max_batch_size</a:t>
            </a:r>
            <a:r>
              <a:rPr lang="en-US" altLang="zh-CN" sz="1400" dirty="0">
                <a:solidFill>
                  <a:schemeClr val="bg1">
                    <a:lumMod val="6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",   // </a:t>
            </a:r>
            <a:r>
              <a:rPr lang="zh-CN" altLang="en-US" sz="1400" dirty="0">
                <a:solidFill>
                  <a:schemeClr val="bg1">
                    <a:lumMod val="6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服务化参数名称</a:t>
            </a:r>
          </a:p>
          <a:p>
            <a:pPr lvl="1"/>
            <a:r>
              <a:rPr lang="en-US" altLang="zh-CN" sz="1400" dirty="0">
                <a:solidFill>
                  <a:schemeClr val="bg1">
                    <a:lumMod val="6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"</a:t>
            </a:r>
            <a:r>
              <a:rPr lang="en-US" altLang="zh-CN" sz="1400" dirty="0" err="1">
                <a:solidFill>
                  <a:schemeClr val="bg1">
                    <a:lumMod val="6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config_position</a:t>
            </a:r>
            <a:r>
              <a:rPr lang="en-US" altLang="zh-CN" sz="1400" dirty="0">
                <a:solidFill>
                  <a:schemeClr val="bg1">
                    <a:lumMod val="6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": "</a:t>
            </a:r>
            <a:r>
              <a:rPr lang="en-US" altLang="zh-CN" sz="1400" dirty="0" err="1">
                <a:solidFill>
                  <a:schemeClr val="bg1">
                    <a:lumMod val="6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BackendConfig.ScheduleConfig.maxBatchSize</a:t>
            </a:r>
            <a:r>
              <a:rPr lang="en-US" altLang="zh-CN" sz="1400" dirty="0">
                <a:solidFill>
                  <a:schemeClr val="bg1">
                    <a:lumMod val="6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", // </a:t>
            </a:r>
            <a:r>
              <a:rPr lang="zh-CN" altLang="en-US" sz="1400" dirty="0">
                <a:solidFill>
                  <a:schemeClr val="bg1">
                    <a:lumMod val="6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服务化参数在</a:t>
            </a:r>
            <a:r>
              <a:rPr lang="en-US" altLang="zh-CN" sz="1400" dirty="0" err="1">
                <a:solidFill>
                  <a:schemeClr val="bg1">
                    <a:lumMod val="6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MindIE</a:t>
            </a:r>
            <a:r>
              <a:rPr lang="en-US" altLang="zh-CN" sz="1400" dirty="0">
                <a:solidFill>
                  <a:schemeClr val="bg1">
                    <a:lumMod val="6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Server</a:t>
            </a:r>
            <a:r>
              <a:rPr lang="zh-CN" altLang="en-US" sz="1400" dirty="0">
                <a:solidFill>
                  <a:schemeClr val="bg1">
                    <a:lumMod val="6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中的位置</a:t>
            </a:r>
          </a:p>
          <a:p>
            <a:pPr lvl="1"/>
            <a:r>
              <a:rPr lang="en-US" altLang="zh-CN" sz="1400" dirty="0">
                <a:solidFill>
                  <a:schemeClr val="bg1">
                    <a:lumMod val="6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"min": 10,      // </a:t>
            </a:r>
            <a:r>
              <a:rPr lang="zh-CN" altLang="en-US" sz="1400" dirty="0">
                <a:solidFill>
                  <a:schemeClr val="bg1">
                    <a:lumMod val="6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最小值</a:t>
            </a:r>
          </a:p>
          <a:p>
            <a:pPr lvl="1"/>
            <a:r>
              <a:rPr lang="en-US" altLang="zh-CN" sz="1400" dirty="0">
                <a:solidFill>
                  <a:schemeClr val="bg1">
                    <a:lumMod val="6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"max": 400,     // </a:t>
            </a:r>
            <a:r>
              <a:rPr lang="zh-CN" altLang="en-US" sz="1400" dirty="0">
                <a:solidFill>
                  <a:schemeClr val="bg1">
                    <a:lumMod val="6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最大值</a:t>
            </a:r>
          </a:p>
          <a:p>
            <a:pPr lvl="1"/>
            <a:r>
              <a:rPr lang="en-US" altLang="zh-CN" sz="1400" dirty="0">
                <a:solidFill>
                  <a:schemeClr val="bg1">
                    <a:lumMod val="6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"</a:t>
            </a:r>
            <a:r>
              <a:rPr lang="en-US" altLang="zh-CN" sz="1400" dirty="0" err="1">
                <a:solidFill>
                  <a:schemeClr val="bg1">
                    <a:lumMod val="6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dtype</a:t>
            </a:r>
            <a:r>
              <a:rPr lang="en-US" altLang="zh-CN" sz="1400" dirty="0">
                <a:solidFill>
                  <a:schemeClr val="bg1">
                    <a:lumMod val="6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": "int"  // </a:t>
            </a:r>
            <a:r>
              <a:rPr lang="zh-CN" altLang="en-US" sz="1400" dirty="0">
                <a:solidFill>
                  <a:schemeClr val="bg1">
                    <a:lumMod val="6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数据类型</a:t>
            </a:r>
            <a:endParaRPr lang="en-US" altLang="zh-CN" b="0" i="0" dirty="0">
              <a:solidFill>
                <a:schemeClr val="bg1">
                  <a:lumMod val="65000"/>
                </a:schemeClr>
              </a:solidFill>
              <a:effectLst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xmlns="" id="{1133CE1F-4CC8-4C19-A029-56C0A3770E80}"/>
              </a:ext>
            </a:extLst>
          </p:cNvPr>
          <p:cNvSpPr/>
          <p:nvPr/>
        </p:nvSpPr>
        <p:spPr>
          <a:xfrm>
            <a:off x="6691020" y="928783"/>
            <a:ext cx="6314767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3</a:t>
            </a:r>
            <a:r>
              <a:rPr lang="zh-CN" altLang="en-US" sz="16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）启动轻量化寻优</a:t>
            </a:r>
            <a:endParaRPr lang="en-US" altLang="zh-CN" sz="1600" dirty="0">
              <a:solidFill>
                <a:srgbClr val="00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r>
              <a:rPr lang="zh-CN" altLang="en-US" sz="1400" dirty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执行以下命令，一键启动寻优：</a:t>
            </a:r>
          </a:p>
          <a:p>
            <a:pPr lvl="1"/>
            <a:r>
              <a:rPr lang="en-US" altLang="zh-CN" sz="1400" i="1" dirty="0">
                <a:solidFill>
                  <a:schemeClr val="bg1">
                    <a:lumMod val="6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msserviceprofiler optimizer</a:t>
            </a:r>
          </a:p>
          <a:p>
            <a:r>
              <a:rPr lang="zh-CN" altLang="en-US" sz="1400" b="0" i="0" dirty="0">
                <a:solidFill>
                  <a:srgbClr val="000000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输出：</a:t>
            </a:r>
            <a:endParaRPr lang="en-US" altLang="zh-CN" sz="1400" b="0" i="0" dirty="0">
              <a:solidFill>
                <a:srgbClr val="000000"/>
              </a:solidFill>
              <a:effectLst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endParaRPr lang="en-US" altLang="zh-CN" sz="1400" dirty="0">
              <a:solidFill>
                <a:srgbClr val="00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endParaRPr lang="en-US" altLang="zh-CN" sz="1400" b="0" i="0" dirty="0">
              <a:solidFill>
                <a:srgbClr val="000000"/>
              </a:solidFill>
              <a:effectLst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endParaRPr lang="en-US" altLang="zh-CN" sz="1400" dirty="0">
              <a:solidFill>
                <a:srgbClr val="00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endParaRPr lang="en-US" altLang="zh-CN" b="0" i="0" dirty="0">
              <a:solidFill>
                <a:schemeClr val="bg1">
                  <a:lumMod val="65000"/>
                </a:schemeClr>
              </a:solidFill>
              <a:effectLst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xmlns="" id="{50035374-F417-4A38-9F03-1B16B9C31B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2742" y="1922686"/>
            <a:ext cx="5445295" cy="963156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xmlns="" id="{EB05303A-6C19-449B-AE12-3A7F047E69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2743" y="3066896"/>
            <a:ext cx="5486118" cy="1908215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xmlns="" id="{FC0CC39C-0463-44E0-BA62-9E6762A137E8}"/>
              </a:ext>
            </a:extLst>
          </p:cNvPr>
          <p:cNvSpPr/>
          <p:nvPr/>
        </p:nvSpPr>
        <p:spPr>
          <a:xfrm>
            <a:off x="6800403" y="5129409"/>
            <a:ext cx="526763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*</a:t>
            </a:r>
            <a:r>
              <a:rPr lang="en-US" altLang="zh-CN" sz="1400" i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Llama</a:t>
            </a:r>
            <a:r>
              <a:rPr lang="zh-CN" altLang="en-US" sz="1400" i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案例中，满足要求的参数组服务化吞吐最大可达</a:t>
            </a:r>
            <a:r>
              <a:rPr lang="en-US" altLang="zh-CN" sz="1400" i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2394(</a:t>
            </a:r>
            <a:r>
              <a:rPr lang="en-US" altLang="zh-CN" sz="1400" i="1" dirty="0" err="1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toekn</a:t>
            </a:r>
            <a:r>
              <a:rPr lang="en-US" altLang="zh-CN" sz="1400" i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/s)</a:t>
            </a:r>
            <a:r>
              <a:rPr lang="zh-CN" altLang="en-US" sz="1400" i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，与开箱基线相比，在</a:t>
            </a:r>
            <a:r>
              <a:rPr lang="en-US" altLang="zh-CN" sz="1400" i="1" dirty="0" err="1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TTFT</a:t>
            </a:r>
            <a:r>
              <a:rPr lang="en-US" altLang="zh-CN" sz="1400" i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/</a:t>
            </a:r>
            <a:r>
              <a:rPr lang="en-US" altLang="zh-CN" sz="1400" i="1" dirty="0" err="1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TPOT</a:t>
            </a:r>
            <a:r>
              <a:rPr lang="zh-CN" altLang="en-US" sz="1400" i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未损失的情况下，该参数将吞吐提升了</a:t>
            </a:r>
            <a:r>
              <a:rPr lang="en-US" altLang="zh-CN" sz="1400" i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20%</a:t>
            </a:r>
            <a:r>
              <a:rPr lang="zh-CN" altLang="en-US" sz="1400" i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以上。同理，也可令吞吐保持不变，着重优化</a:t>
            </a:r>
            <a:r>
              <a:rPr lang="en-US" altLang="zh-CN" sz="1400" i="1" dirty="0" err="1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TTFT</a:t>
            </a:r>
            <a:r>
              <a:rPr lang="en-US" altLang="zh-CN" sz="1400" i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/</a:t>
            </a:r>
            <a:r>
              <a:rPr lang="en-US" altLang="zh-CN" sz="1400" i="1" dirty="0" err="1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TPOT</a:t>
            </a:r>
            <a:r>
              <a:rPr lang="zh-CN" altLang="en-US" sz="1400" i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。</a:t>
            </a: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xmlns="" id="{A363BDCB-8231-4706-9927-19413D57E998}"/>
              </a:ext>
            </a:extLst>
          </p:cNvPr>
          <p:cNvCxnSpPr/>
          <p:nvPr/>
        </p:nvCxnSpPr>
        <p:spPr>
          <a:xfrm>
            <a:off x="6462944" y="1136342"/>
            <a:ext cx="0" cy="464302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84276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标题 3"/>
          <p:cNvSpPr>
            <a:spLocks noGrp="1"/>
          </p:cNvSpPr>
          <p:nvPr>
            <p:ph type="title"/>
          </p:nvPr>
        </p:nvSpPr>
        <p:spPr>
          <a:xfrm>
            <a:off x="455612" y="447468"/>
            <a:ext cx="11293475" cy="481315"/>
          </a:xfrm>
        </p:spPr>
        <p:txBody>
          <a:bodyPr/>
          <a:lstStyle/>
          <a:p>
            <a:r>
              <a:rPr lang="zh-CN" altLang="en-US" dirty="0" smtClean="0"/>
              <a:t>部分案例</a:t>
            </a:r>
            <a:endParaRPr lang="en-US" altLang="zh-CN" dirty="0"/>
          </a:p>
        </p:txBody>
      </p:sp>
      <p:sp>
        <p:nvSpPr>
          <p:cNvPr id="4" name="AutoShape 4" descr="https://www.suloon.com/uploadfile/2020/0824/20200824032101807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xmlns="" id="{DA23ABAE-4479-4C59-8E5E-370853B1B2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3448431"/>
              </p:ext>
            </p:extLst>
          </p:nvPr>
        </p:nvGraphicFramePr>
        <p:xfrm>
          <a:off x="629051" y="894983"/>
          <a:ext cx="10447265" cy="3465267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4053403">
                  <a:extLst>
                    <a:ext uri="{9D8B030D-6E8A-4147-A177-3AD203B41FA5}">
                      <a16:colId xmlns:a16="http://schemas.microsoft.com/office/drawing/2014/main" xmlns="" val="1042640640"/>
                    </a:ext>
                  </a:extLst>
                </a:gridCol>
                <a:gridCol w="6393862">
                  <a:extLst>
                    <a:ext uri="{9D8B030D-6E8A-4147-A177-3AD203B41FA5}">
                      <a16:colId xmlns:a16="http://schemas.microsoft.com/office/drawing/2014/main" xmlns="" val="930950846"/>
                    </a:ext>
                  </a:extLst>
                </a:gridCol>
              </a:tblGrid>
              <a:tr h="43443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场景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效果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921614690"/>
                  </a:ext>
                </a:extLst>
              </a:tr>
              <a:tr h="479394"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i="0" kern="1200" dirty="0" err="1">
                          <a:solidFill>
                            <a:schemeClr val="tx1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  <a:cs typeface="+mn-cs"/>
                        </a:rPr>
                        <a:t>deepseek+mindie+evalscope</a:t>
                      </a:r>
                      <a:endParaRPr lang="en-US" altLang="zh-CN" sz="1600" b="0" i="0" kern="1200" dirty="0">
                        <a:solidFill>
                          <a:schemeClr val="tx1"/>
                        </a:solidFill>
                        <a:effectLst/>
                        <a:latin typeface="微软雅黑 Light" panose="020B0502040204020203" pitchFamily="34" charset="-122"/>
                        <a:ea typeface="微软雅黑 Light" panose="020B0502040204020203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 err="1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ttft</a:t>
                      </a:r>
                      <a:r>
                        <a:rPr lang="zh-CN" altLang="en-US" sz="1600" dirty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缩短</a:t>
                      </a:r>
                      <a:r>
                        <a:rPr lang="en-US" altLang="zh-CN" sz="1600" dirty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38%</a:t>
                      </a:r>
                      <a:r>
                        <a:rPr lang="zh-CN" altLang="en-US" sz="1600" dirty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，</a:t>
                      </a:r>
                      <a:r>
                        <a:rPr lang="en-US" altLang="zh-CN" sz="1600" dirty="0" err="1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tpot</a:t>
                      </a:r>
                      <a:r>
                        <a:rPr lang="zh-CN" altLang="en-US" sz="1600" dirty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缩短</a:t>
                      </a:r>
                      <a:r>
                        <a:rPr lang="en-US" altLang="zh-CN" sz="1600" dirty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2%</a:t>
                      </a:r>
                      <a:r>
                        <a:rPr lang="zh-CN" altLang="en-US" sz="1600" dirty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， </a:t>
                      </a:r>
                      <a:r>
                        <a:rPr lang="en-US" altLang="zh-CN" sz="1600" dirty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decoding through </a:t>
                      </a:r>
                      <a:r>
                        <a:rPr lang="zh-CN" altLang="en-US" sz="1600" dirty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优于人工调优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910744920"/>
                  </a:ext>
                </a:extLst>
              </a:tr>
              <a:tr h="435005">
                <a:tc>
                  <a:txBody>
                    <a:bodyPr/>
                    <a:lstStyle/>
                    <a:p>
                      <a:r>
                        <a:rPr lang="en-US" altLang="zh-CN" sz="1600" dirty="0" err="1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deepseek+mindie+benchmark</a:t>
                      </a:r>
                      <a:endParaRPr lang="en-US" altLang="zh-CN" sz="1600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摸底不同并发下性能，工具均达成验收指标（</a:t>
                      </a:r>
                      <a:r>
                        <a:rPr lang="en-US" altLang="zh-CN" sz="1600" dirty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0.9</a:t>
                      </a:r>
                      <a:r>
                        <a:rPr lang="zh-CN" altLang="en-US" sz="1600" dirty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倍纯模型）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509563703"/>
                  </a:ext>
                </a:extLst>
              </a:tr>
              <a:tr h="470517"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 err="1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Qwen+mindie+benchmark</a:t>
                      </a:r>
                      <a:endParaRPr lang="en-US" altLang="zh-CN" sz="1600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寻优</a:t>
                      </a:r>
                      <a:r>
                        <a:rPr lang="en-US" altLang="zh-CN" sz="1600" dirty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4</a:t>
                      </a:r>
                      <a:r>
                        <a:rPr lang="zh-CN" altLang="en-US" sz="1600" dirty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小时，在</a:t>
                      </a:r>
                      <a:r>
                        <a:rPr lang="en-US" altLang="zh-CN" sz="1600" dirty="0" err="1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ttft</a:t>
                      </a:r>
                      <a:r>
                        <a:rPr lang="zh-CN" altLang="en-US" sz="1600" dirty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和</a:t>
                      </a:r>
                      <a:r>
                        <a:rPr lang="en-US" altLang="zh-CN" sz="1600" dirty="0" err="1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tpot</a:t>
                      </a:r>
                      <a:r>
                        <a:rPr lang="zh-CN" altLang="en-US" sz="1600" dirty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并未损失的情况下找到了吞吐更优的参数，</a:t>
                      </a:r>
                      <a:r>
                        <a:rPr lang="zh-CN" altLang="en-US" sz="1600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超过人工调参最优性</a:t>
                      </a:r>
                      <a:r>
                        <a:rPr lang="zh-CN" altLang="en-US" sz="1600" dirty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能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369798293"/>
                  </a:ext>
                </a:extLst>
              </a:tr>
              <a:tr h="470517"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 err="1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qwen3-32b+VLLM+vllm_benchmark</a:t>
                      </a:r>
                      <a:r>
                        <a:rPr lang="en-US" altLang="zh-CN" sz="1600" dirty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 &amp; </a:t>
                      </a:r>
                      <a:r>
                        <a:rPr lang="en-US" altLang="zh-CN" sz="1600" dirty="0" err="1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aisbench</a:t>
                      </a:r>
                      <a:endParaRPr lang="en-US" altLang="zh-CN" sz="1600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 err="1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ttft</a:t>
                      </a:r>
                      <a:r>
                        <a:rPr lang="zh-CN" altLang="en-US" sz="1600" dirty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：</a:t>
                      </a:r>
                      <a:r>
                        <a:rPr lang="en-US" altLang="zh-CN" sz="1600" dirty="0" err="1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7157ms</a:t>
                      </a:r>
                      <a:r>
                        <a:rPr lang="en-US" altLang="zh-CN" sz="1600" dirty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-&gt;</a:t>
                      </a:r>
                      <a:r>
                        <a:rPr lang="en-US" altLang="zh-CN" sz="1600" dirty="0" err="1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5604ms</a:t>
                      </a:r>
                      <a:endParaRPr lang="en-US" altLang="zh-CN" sz="1600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  <a:p>
                      <a:r>
                        <a:rPr lang="en-US" altLang="zh-CN" sz="1600" dirty="0" err="1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tpot:50.8ms</a:t>
                      </a:r>
                      <a:r>
                        <a:rPr lang="en-US" altLang="zh-CN" sz="1600" dirty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-&gt;</a:t>
                      </a:r>
                      <a:r>
                        <a:rPr lang="en-US" altLang="zh-CN" sz="1600" dirty="0" err="1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48.9ms</a:t>
                      </a:r>
                      <a:endParaRPr lang="en-US" altLang="zh-CN" sz="1600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  <a:p>
                      <a:r>
                        <a:rPr lang="en-US" altLang="zh-CN" sz="1600" dirty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output token </a:t>
                      </a:r>
                      <a:r>
                        <a:rPr lang="en-US" altLang="zh-CN" sz="1600" dirty="0" err="1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throught:810</a:t>
                      </a:r>
                      <a:r>
                        <a:rPr lang="en-US" altLang="zh-CN" sz="1600" dirty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-&gt;842</a:t>
                      </a:r>
                    </a:p>
                    <a:p>
                      <a:r>
                        <a:rPr lang="zh-CN" altLang="en-US" sz="1600" dirty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另一个更挑战的场景，也达成了吞吐由</a:t>
                      </a:r>
                      <a:r>
                        <a:rPr lang="en-US" altLang="zh-CN" sz="1600" dirty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720</a:t>
                      </a:r>
                      <a:r>
                        <a:rPr lang="zh-CN" altLang="en-US" sz="1600" dirty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提升至</a:t>
                      </a:r>
                      <a:r>
                        <a:rPr lang="en-US" altLang="zh-CN" sz="1600" dirty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770</a:t>
                      </a:r>
                      <a:endParaRPr lang="zh-CN" altLang="en-US" sz="1600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770379939"/>
                  </a:ext>
                </a:extLst>
              </a:tr>
              <a:tr h="470517"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 err="1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Qwen+mindie+aisbench</a:t>
                      </a:r>
                      <a:endParaRPr lang="en-US" altLang="zh-CN" sz="1600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吞吐提升</a:t>
                      </a:r>
                      <a:r>
                        <a:rPr lang="en-US" altLang="zh-CN" sz="1600" dirty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18</a:t>
                      </a:r>
                      <a:r>
                        <a:rPr lang="en-US" altLang="zh-CN" sz="1600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%</a:t>
                      </a:r>
                      <a:endParaRPr lang="zh-CN" altLang="en-US" sz="1600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2509592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71031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76196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标题 3"/>
          <p:cNvSpPr>
            <a:spLocks noGrp="1"/>
          </p:cNvSpPr>
          <p:nvPr>
            <p:ph type="title"/>
          </p:nvPr>
        </p:nvSpPr>
        <p:spPr>
          <a:xfrm>
            <a:off x="455612" y="447468"/>
            <a:ext cx="11293475" cy="481315"/>
          </a:xfrm>
        </p:spPr>
        <p:txBody>
          <a:bodyPr/>
          <a:lstStyle/>
          <a:p>
            <a:r>
              <a:rPr lang="zh-CN" altLang="en-US" dirty="0"/>
              <a:t>结果展示</a:t>
            </a:r>
            <a:endParaRPr lang="en-US" altLang="zh-CN" dirty="0"/>
          </a:p>
        </p:txBody>
      </p:sp>
      <p:sp>
        <p:nvSpPr>
          <p:cNvPr id="4" name="AutoShape 4" descr="https://www.suloon.com/uploadfile/2020/0824/20200824032101807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xmlns="" id="{4ADADEB3-1AE4-4ECC-811F-0F494D2F34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3777" y="2450875"/>
            <a:ext cx="9435546" cy="3959657"/>
          </a:xfrm>
          <a:prstGeom prst="rect">
            <a:avLst/>
          </a:prstGeom>
        </p:spPr>
      </p:pic>
      <p:sp>
        <p:nvSpPr>
          <p:cNvPr id="34" name="矩形 33">
            <a:extLst>
              <a:ext uri="{FF2B5EF4-FFF2-40B4-BE49-F238E27FC236}">
                <a16:creationId xmlns:a16="http://schemas.microsoft.com/office/drawing/2014/main" xmlns="" id="{DE58B7E2-594D-47CF-BC93-AA97EADCB99E}"/>
              </a:ext>
            </a:extLst>
          </p:cNvPr>
          <p:cNvSpPr/>
          <p:nvPr/>
        </p:nvSpPr>
        <p:spPr>
          <a:xfrm>
            <a:off x="926236" y="1458566"/>
            <a:ext cx="9913397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寻优结果支持使用</a:t>
            </a:r>
            <a:r>
              <a:rPr lang="en-US" altLang="zh-CN" sz="1600" dirty="0" err="1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Tensorboard</a:t>
            </a:r>
            <a:r>
              <a:rPr lang="zh-CN" altLang="en-US" sz="1600" dirty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可视化分析，使用以下命令：</a:t>
            </a:r>
          </a:p>
          <a:p>
            <a:pPr lvl="1"/>
            <a:r>
              <a:rPr lang="en-US" altLang="zh-CN" sz="1600" i="1" dirty="0">
                <a:solidFill>
                  <a:srgbClr val="7E8C8D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python </a:t>
            </a:r>
            <a:r>
              <a:rPr lang="en-US" altLang="zh-CN" sz="1600" i="1" dirty="0" err="1">
                <a:solidFill>
                  <a:srgbClr val="7E8C8D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tensorboard_hparam_visualize.py</a:t>
            </a:r>
            <a:r>
              <a:rPr lang="en-US" altLang="zh-CN" sz="1600" i="1" dirty="0">
                <a:solidFill>
                  <a:srgbClr val="7E8C8D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–</a:t>
            </a:r>
            <a:r>
              <a:rPr lang="en-US" altLang="zh-CN" sz="1600" i="1" dirty="0" err="1">
                <a:solidFill>
                  <a:srgbClr val="7E8C8D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saved_csv_result</a:t>
            </a:r>
            <a:r>
              <a:rPr lang="en-US" altLang="zh-CN" sz="1600" i="1" dirty="0">
                <a:solidFill>
                  <a:srgbClr val="7E8C8D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  <a:r>
              <a:rPr lang="en-US" altLang="zh-CN" sz="1600" i="1" dirty="0" err="1">
                <a:solidFill>
                  <a:srgbClr val="7E8C8D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data_storage</a:t>
            </a:r>
            <a:r>
              <a:rPr lang="en-US" altLang="zh-CN" sz="1600" i="1" dirty="0">
                <a:solidFill>
                  <a:srgbClr val="7E8C8D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_*.csv –target </a:t>
            </a:r>
            <a:r>
              <a:rPr lang="en-US" altLang="zh-CN" sz="1600" i="1" dirty="0" err="1">
                <a:solidFill>
                  <a:srgbClr val="7E8C8D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average_decode</a:t>
            </a:r>
            <a:r>
              <a:rPr lang="en-US" altLang="zh-CN" sz="1600" i="1" dirty="0">
                <a:solidFill>
                  <a:srgbClr val="7E8C8D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-metric throughput </a:t>
            </a:r>
            <a:r>
              <a:rPr lang="en-US" altLang="zh-CN" sz="1600" dirty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/>
            </a:r>
            <a:br>
              <a:rPr lang="en-US" altLang="zh-CN" sz="1600" dirty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</a:br>
            <a:r>
              <a:rPr lang="en-US" altLang="zh-CN" sz="1600" i="1" dirty="0" err="1">
                <a:solidFill>
                  <a:srgbClr val="7E8C8D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tensorboard</a:t>
            </a:r>
            <a:r>
              <a:rPr lang="en-US" altLang="zh-CN" sz="1600" i="1" dirty="0">
                <a:solidFill>
                  <a:srgbClr val="7E8C8D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–</a:t>
            </a:r>
            <a:r>
              <a:rPr lang="en-US" altLang="zh-CN" sz="1600" i="1" dirty="0" err="1">
                <a:solidFill>
                  <a:srgbClr val="7E8C8D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logdir</a:t>
            </a:r>
            <a:r>
              <a:rPr lang="en-US" altLang="zh-CN" sz="1600" i="1" dirty="0">
                <a:solidFill>
                  <a:srgbClr val="7E8C8D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  <a:r>
              <a:rPr lang="en-US" altLang="zh-CN" sz="1600" i="1" dirty="0" err="1">
                <a:solidFill>
                  <a:srgbClr val="7E8C8D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mindie_hpo_results</a:t>
            </a:r>
            <a:r>
              <a:rPr lang="en-US" altLang="zh-CN" sz="1600" i="1" dirty="0">
                <a:solidFill>
                  <a:srgbClr val="7E8C8D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–</a:t>
            </a:r>
            <a:r>
              <a:rPr lang="en-US" altLang="zh-CN" sz="1600" i="1" dirty="0" err="1">
                <a:solidFill>
                  <a:srgbClr val="7E8C8D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bind_all</a:t>
            </a:r>
            <a:endParaRPr lang="en-US" altLang="zh-CN" sz="1600" b="0" i="0" dirty="0">
              <a:solidFill>
                <a:srgbClr val="000000"/>
              </a:solidFill>
              <a:effectLst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296309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标题 3"/>
          <p:cNvSpPr>
            <a:spLocks noGrp="1"/>
          </p:cNvSpPr>
          <p:nvPr>
            <p:ph type="title"/>
          </p:nvPr>
        </p:nvSpPr>
        <p:spPr>
          <a:xfrm>
            <a:off x="455612" y="447468"/>
            <a:ext cx="11293475" cy="481315"/>
          </a:xfrm>
        </p:spPr>
        <p:txBody>
          <a:bodyPr/>
          <a:lstStyle/>
          <a:p>
            <a:r>
              <a:rPr lang="zh-CN" altLang="en-US" dirty="0"/>
              <a:t>仿真模式</a:t>
            </a:r>
            <a:endParaRPr lang="en-US" altLang="zh-CN" dirty="0"/>
          </a:p>
        </p:txBody>
      </p:sp>
      <p:sp>
        <p:nvSpPr>
          <p:cNvPr id="4" name="AutoShape 4" descr="https://www.suloon.com/uploadfile/2020/0824/20200824032101807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xmlns="" id="{0B5D025D-C1C6-4D50-AEE1-F405797148DA}"/>
              </a:ext>
            </a:extLst>
          </p:cNvPr>
          <p:cNvSpPr/>
          <p:nvPr/>
        </p:nvSpPr>
        <p:spPr>
          <a:xfrm>
            <a:off x="574305" y="3963103"/>
            <a:ext cx="10487507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工具支持仿真与轻量化两种模式，主要包括三大核心功能模块：</a:t>
            </a:r>
          </a:p>
          <a:p>
            <a:pPr marL="342900" indent="-342900">
              <a:buFont typeface="+mj-lt"/>
              <a:buAutoNum type="arabicPeriod"/>
            </a:pPr>
            <a:r>
              <a:rPr lang="zh-CN" altLang="en-US" sz="1400" b="1" dirty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参数验证模块</a:t>
            </a:r>
            <a:r>
              <a:rPr lang="zh-CN" altLang="en-US" sz="1400" dirty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：自动化启动服务化进程与</a:t>
            </a:r>
            <a:r>
              <a:rPr lang="en-US" altLang="zh-CN" sz="1400" dirty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Benchmark</a:t>
            </a:r>
            <a:r>
              <a:rPr lang="zh-CN" altLang="en-US" sz="1400" dirty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进程，进行参数测试，获取性能结果。</a:t>
            </a:r>
          </a:p>
          <a:p>
            <a:pPr marL="342900" indent="-342900">
              <a:buFont typeface="+mj-lt"/>
              <a:buAutoNum type="arabicPeriod"/>
            </a:pPr>
            <a:r>
              <a:rPr lang="zh-CN" altLang="en-US" sz="1400" b="1" dirty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参数寻优模块</a:t>
            </a:r>
            <a:r>
              <a:rPr lang="zh-CN" altLang="en-US" sz="1400" dirty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：利用</a:t>
            </a:r>
            <a:r>
              <a:rPr lang="en-US" altLang="zh-CN" sz="1400" dirty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PSO</a:t>
            </a:r>
            <a:r>
              <a:rPr lang="zh-CN" altLang="en-US" sz="1400" dirty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粒子寻优算法自动生成服务化参数组合，不断逼近最优解；同时，</a:t>
            </a:r>
            <a:r>
              <a:rPr lang="en-US" altLang="zh-CN" sz="1400" dirty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Early Rejection</a:t>
            </a:r>
            <a:r>
              <a:rPr lang="zh-CN" altLang="en-US" sz="1400" dirty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算法通过理论建模、调优经验、及部分实测数据对服务化参数完成早期评估。</a:t>
            </a:r>
          </a:p>
          <a:p>
            <a:pPr marL="342900" indent="-342900">
              <a:buFont typeface="+mj-lt"/>
              <a:buAutoNum type="arabicPeriod"/>
            </a:pPr>
            <a:r>
              <a:rPr lang="zh-CN" altLang="en-US" sz="1400" b="1" u="sng" dirty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仿真模块</a:t>
            </a:r>
            <a:r>
              <a:rPr lang="zh-CN" altLang="en-US" sz="1400" u="sng" dirty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：基于</a:t>
            </a:r>
            <a:r>
              <a:rPr lang="en-US" altLang="zh-CN" sz="1400" u="sng" dirty="0" err="1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XGBoost</a:t>
            </a:r>
            <a:r>
              <a:rPr lang="zh-CN" altLang="en-US" sz="1400" u="sng" dirty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模型对大模型推理时长进行精确预测，会结合服务化调度的虚拟时间轴技术，加速服务化参数验证速度。</a:t>
            </a:r>
          </a:p>
          <a:p>
            <a:r>
              <a:rPr lang="zh-CN" altLang="en-US" sz="1400" dirty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 </a:t>
            </a:r>
          </a:p>
          <a:p>
            <a:r>
              <a:rPr lang="zh-CN" altLang="en-US" sz="1400" dirty="0">
                <a:solidFill>
                  <a:srgbClr val="2A2B3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基于以上模块服务化自动寻优有两种模式可选：</a:t>
            </a:r>
            <a:endParaRPr lang="zh-CN" altLang="en-US" sz="1400" dirty="0">
              <a:solidFill>
                <a:srgbClr val="00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sz="1400" b="1" dirty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轻量化模式</a:t>
            </a:r>
            <a:r>
              <a:rPr lang="zh-CN" altLang="en-US" sz="1400" dirty="0">
                <a:solidFill>
                  <a:srgbClr val="3E3E3E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：注重精度与可靠性，结合参数验证、参数寻优模块，通过真机实测给出可靠的服务化参数推荐值。</a:t>
            </a:r>
            <a:endParaRPr lang="zh-CN" altLang="en-US" sz="1400" dirty="0">
              <a:solidFill>
                <a:srgbClr val="00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sz="1400" b="1" u="sng" dirty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仿真模式</a:t>
            </a:r>
            <a:r>
              <a:rPr lang="zh-CN" altLang="en-US" sz="1400" u="sng" dirty="0">
                <a:solidFill>
                  <a:srgbClr val="3E3E3E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：注重速度及资源占用，调动所有模块快速、精确地预测各组参数的吞吐，在较低</a:t>
            </a:r>
            <a:r>
              <a:rPr lang="en-US" altLang="zh-CN" sz="1400" u="sng" dirty="0" err="1">
                <a:solidFill>
                  <a:srgbClr val="3E3E3E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NPU</a:t>
            </a:r>
            <a:r>
              <a:rPr lang="zh-CN" altLang="en-US" sz="1400" u="sng" dirty="0">
                <a:solidFill>
                  <a:srgbClr val="3E3E3E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资源占用的前提下给出服务化参数推荐值。</a:t>
            </a:r>
            <a:endParaRPr lang="zh-CN" altLang="en-US" sz="1400" b="0" i="0" u="sng" dirty="0">
              <a:solidFill>
                <a:srgbClr val="000000"/>
              </a:solidFill>
              <a:effectLst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xmlns="" id="{E00D52A4-2798-426B-A155-FB96BA7845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305" y="1483548"/>
            <a:ext cx="4121025" cy="1924790"/>
          </a:xfrm>
          <a:prstGeom prst="rect">
            <a:avLst/>
          </a:prstGeom>
        </p:spPr>
      </p:pic>
      <p:sp>
        <p:nvSpPr>
          <p:cNvPr id="26" name="矩形 25">
            <a:extLst>
              <a:ext uri="{FF2B5EF4-FFF2-40B4-BE49-F238E27FC236}">
                <a16:creationId xmlns:a16="http://schemas.microsoft.com/office/drawing/2014/main" xmlns="" id="{E7C578E7-3ABA-4E3A-B767-D7758239DF87}"/>
              </a:ext>
            </a:extLst>
          </p:cNvPr>
          <p:cNvSpPr/>
          <p:nvPr/>
        </p:nvSpPr>
        <p:spPr>
          <a:xfrm>
            <a:off x="5210976" y="768024"/>
            <a:ext cx="6773877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仿真模式</a:t>
            </a:r>
            <a:r>
              <a:rPr lang="en-US" altLang="zh-CN" sz="1200" dirty="0" err="1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XGBoost</a:t>
            </a:r>
            <a:r>
              <a:rPr lang="zh-CN" altLang="en-US" sz="1200" dirty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模型会将前向推理过程进行</a:t>
            </a:r>
            <a:r>
              <a:rPr lang="en-US" altLang="zh-CN" sz="1200" dirty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mock</a:t>
            </a:r>
            <a:r>
              <a:rPr lang="zh-CN" altLang="en-US" sz="1200" dirty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，避免长时间占用</a:t>
            </a:r>
            <a:r>
              <a:rPr lang="en-US" altLang="zh-CN" sz="1200" dirty="0" err="1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NPU</a:t>
            </a:r>
            <a:r>
              <a:rPr lang="zh-CN" altLang="en-US" sz="1200" dirty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资源，提升测试效率。</a:t>
            </a:r>
          </a:p>
          <a:p>
            <a:r>
              <a:rPr lang="en-US" altLang="zh-CN" sz="1200" b="1" dirty="0" err="1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Step1</a:t>
            </a:r>
            <a:r>
              <a:rPr lang="zh-CN" altLang="en-US" sz="1200" b="1" dirty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：采集服务化性能数据</a:t>
            </a:r>
          </a:p>
          <a:p>
            <a:r>
              <a:rPr lang="zh-CN" altLang="en-US" sz="1200" dirty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利用服务化性能采集功能（</a:t>
            </a:r>
            <a:r>
              <a:rPr lang="zh-CN" altLang="en-US" sz="1200" dirty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hlinkClick r:id="rId4"/>
              </a:rPr>
              <a:t>参考链接</a:t>
            </a:r>
            <a:r>
              <a:rPr lang="zh-CN" altLang="en-US" sz="1200" dirty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）对</a:t>
            </a:r>
            <a:r>
              <a:rPr lang="en-US" altLang="zh-CN" sz="1200" dirty="0" err="1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MindIE</a:t>
            </a:r>
            <a:r>
              <a:rPr lang="zh-CN" altLang="en-US" sz="1200" dirty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推理服务进行一次</a:t>
            </a:r>
            <a:r>
              <a:rPr lang="en-US" altLang="zh-CN" sz="1200" dirty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profiling</a:t>
            </a:r>
            <a:r>
              <a:rPr lang="zh-CN" altLang="en-US" sz="1200" dirty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性能数据采集与解析，包括以下关键指标：</a:t>
            </a:r>
            <a:r>
              <a:rPr lang="en-US" altLang="zh-CN" sz="1200" dirty="0" err="1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forward_time</a:t>
            </a:r>
            <a:r>
              <a:rPr lang="zh-CN" altLang="en-US" sz="1200" dirty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（前向计算时长，即预测目标）</a:t>
            </a:r>
            <a:r>
              <a:rPr lang="en-US" altLang="zh-CN" sz="1200" dirty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, </a:t>
            </a:r>
            <a:r>
              <a:rPr lang="en-US" altLang="zh-CN" sz="1200" dirty="0" err="1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batch_type</a:t>
            </a:r>
            <a:r>
              <a:rPr lang="zh-CN" altLang="en-US" sz="1200" dirty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（推理阶段，</a:t>
            </a:r>
            <a:r>
              <a:rPr lang="en-US" altLang="zh-CN" sz="1200" dirty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Prefill</a:t>
            </a:r>
            <a:r>
              <a:rPr lang="zh-CN" altLang="en-US" sz="1200" dirty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或</a:t>
            </a:r>
            <a:r>
              <a:rPr lang="en-US" altLang="zh-CN" sz="1200" dirty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Decode</a:t>
            </a:r>
            <a:r>
              <a:rPr lang="zh-CN" altLang="en-US" sz="1200" dirty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）</a:t>
            </a:r>
            <a:r>
              <a:rPr lang="en-US" altLang="zh-CN" sz="1200" dirty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, </a:t>
            </a:r>
            <a:r>
              <a:rPr lang="en-US" altLang="zh-CN" sz="1200" dirty="0" err="1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batch_size</a:t>
            </a:r>
            <a:r>
              <a:rPr lang="zh-CN" altLang="en-US" sz="1200" dirty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（组</a:t>
            </a:r>
            <a:r>
              <a:rPr lang="en-US" altLang="zh-CN" sz="1200" dirty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batch</a:t>
            </a:r>
            <a:r>
              <a:rPr lang="zh-CN" altLang="en-US" sz="1200" dirty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大小）</a:t>
            </a:r>
            <a:r>
              <a:rPr lang="en-US" altLang="zh-CN" sz="1200" dirty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, </a:t>
            </a:r>
            <a:r>
              <a:rPr lang="en-US" altLang="zh-CN" sz="1200" dirty="0" err="1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need_blocks</a:t>
            </a:r>
            <a:r>
              <a:rPr lang="zh-CN" altLang="en-US" sz="1200" dirty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（显存占用数）等。</a:t>
            </a:r>
          </a:p>
          <a:p>
            <a:r>
              <a:rPr lang="en-US" altLang="zh-CN" sz="1200" b="1" dirty="0" err="1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Step2</a:t>
            </a:r>
            <a:r>
              <a:rPr lang="zh-CN" altLang="en-US" sz="1200" b="1" dirty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：载入</a:t>
            </a:r>
            <a:r>
              <a:rPr lang="en-US" altLang="zh-CN" sz="1200" b="1" dirty="0" err="1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XGBoost</a:t>
            </a:r>
            <a:r>
              <a:rPr lang="zh-CN" altLang="en-US" sz="1200" b="1" dirty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模型训练</a:t>
            </a:r>
          </a:p>
          <a:p>
            <a:r>
              <a:rPr lang="zh-CN" altLang="en-US" sz="1200" dirty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将上一步</a:t>
            </a:r>
            <a:r>
              <a:rPr lang="en-US" altLang="zh-CN" sz="1200" dirty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profiling</a:t>
            </a:r>
            <a:r>
              <a:rPr lang="zh-CN" altLang="en-US" sz="1200" dirty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数据解析数据作为输入，载入</a:t>
            </a:r>
            <a:r>
              <a:rPr lang="en-US" altLang="zh-CN" sz="1200" dirty="0" err="1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XGBoost</a:t>
            </a:r>
            <a:r>
              <a:rPr lang="zh-CN" altLang="en-US" sz="1200" dirty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进行模型训练，训练完成后，会在用户自定义路径（</a:t>
            </a:r>
            <a:r>
              <a:rPr lang="en-US" altLang="zh-CN" sz="1200" dirty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/path/to/output</a:t>
            </a:r>
            <a:r>
              <a:rPr lang="zh-CN" altLang="en-US" sz="1200" dirty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）落盘新模型，用于预测前向计算时长，模拟真实推理过程。</a:t>
            </a:r>
          </a:p>
          <a:p>
            <a:pPr lvl="1"/>
            <a:r>
              <a:rPr lang="en-US" altLang="zh-CN" sz="1200" i="1" dirty="0">
                <a:solidFill>
                  <a:srgbClr val="7E8C8D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msserviceprofiler train -i=/path/to/input -o=/path/to/output</a:t>
            </a:r>
            <a:endParaRPr lang="en-US" altLang="zh-CN" sz="1200" dirty="0">
              <a:solidFill>
                <a:srgbClr val="00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r>
              <a:rPr lang="en-US" altLang="zh-CN" sz="1200" b="1" dirty="0" err="1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Step3</a:t>
            </a:r>
            <a:r>
              <a:rPr lang="zh-CN" altLang="en-US" sz="1200" b="1" dirty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：配置参数</a:t>
            </a:r>
          </a:p>
          <a:p>
            <a:r>
              <a:rPr lang="zh-CN" altLang="en-US" sz="1200" dirty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参考上一节轻量化寻优</a:t>
            </a:r>
            <a:r>
              <a:rPr lang="en-US" altLang="zh-CN" sz="1200" dirty="0" err="1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Step1</a:t>
            </a:r>
            <a:r>
              <a:rPr lang="zh-CN" altLang="en-US" sz="1200" dirty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的操作，在</a:t>
            </a:r>
            <a:r>
              <a:rPr lang="en-US" altLang="zh-CN" sz="1200" dirty="0" err="1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config.json</a:t>
            </a:r>
            <a:r>
              <a:rPr lang="zh-CN" altLang="en-US" sz="1200" dirty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中配置寻优参数与服务化参数。</a:t>
            </a:r>
          </a:p>
          <a:p>
            <a:r>
              <a:rPr lang="en-US" altLang="zh-CN" sz="1200" b="1" dirty="0" err="1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Step4</a:t>
            </a:r>
            <a:r>
              <a:rPr lang="zh-CN" altLang="en-US" sz="1200" b="1" dirty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：启动仿真寻优</a:t>
            </a:r>
          </a:p>
          <a:p>
            <a:r>
              <a:rPr lang="zh-CN" altLang="en-US" sz="1200" dirty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配置完成后即可启动仿真寻优：</a:t>
            </a:r>
          </a:p>
          <a:p>
            <a:pPr lvl="1"/>
            <a:r>
              <a:rPr lang="en-US" altLang="zh-CN" sz="1200" i="1" dirty="0">
                <a:solidFill>
                  <a:srgbClr val="7E8C8D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export </a:t>
            </a:r>
            <a:r>
              <a:rPr lang="en-US" altLang="zh-CN" sz="1200" i="1" dirty="0" err="1">
                <a:solidFill>
                  <a:srgbClr val="7E8C8D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MODEL_EVAL_STATE_ALL</a:t>
            </a:r>
            <a:r>
              <a:rPr lang="en-US" altLang="zh-CN" sz="1200" i="1" dirty="0">
                <a:solidFill>
                  <a:srgbClr val="7E8C8D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=True</a:t>
            </a:r>
            <a:r>
              <a:rPr lang="en-US" altLang="zh-CN" sz="1200" dirty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/>
            </a:r>
            <a:br>
              <a:rPr lang="en-US" altLang="zh-CN" sz="1200" dirty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</a:br>
            <a:r>
              <a:rPr lang="en-US" altLang="zh-CN" sz="1200" i="1" dirty="0">
                <a:solidFill>
                  <a:srgbClr val="7E8C8D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msserviceprofiler optimizer</a:t>
            </a:r>
            <a:endParaRPr lang="en-US" altLang="zh-CN" sz="1200" b="0" i="0" dirty="0">
              <a:solidFill>
                <a:srgbClr val="000000"/>
              </a:solidFill>
              <a:effectLst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950928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3317771"/>
      </p:ext>
    </p:extLst>
  </p:cSld>
  <p:clrMapOvr>
    <a:masterClrMapping/>
  </p:clrMapOvr>
</p:sld>
</file>

<file path=ppt/theme/theme1.xml><?xml version="1.0" encoding="utf-8"?>
<a:theme xmlns:a="http://schemas.openxmlformats.org/drawingml/2006/main" name="1_标题页模板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功能页模板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方正+Huawei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内容页模板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方正+Huawei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4_感谢页模板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18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5D7106B4-FD24-471A-B326-8B58E27A973B}" vid="{1AA013AF-7C2E-4A39-9796-86760F640C19}"/>
    </a:ext>
  </a:extLst>
</a:theme>
</file>

<file path=ppt/theme/theme5.xml><?xml version="1.0" encoding="utf-8"?>
<a:theme xmlns:a="http://schemas.openxmlformats.org/drawingml/2006/main" name="9_主题1">
  <a:themeElements>
    <a:clrScheme name="default 5">
      <a:dk1>
        <a:srgbClr val="000000"/>
      </a:dk1>
      <a:lt1>
        <a:srgbClr val="FFFFFF"/>
      </a:lt1>
      <a:dk2>
        <a:srgbClr val="990000"/>
      </a:dk2>
      <a:lt2>
        <a:srgbClr val="B2B2B2"/>
      </a:lt2>
      <a:accent1>
        <a:srgbClr val="FFCC66"/>
      </a:accent1>
      <a:accent2>
        <a:srgbClr val="FFCC99"/>
      </a:accent2>
      <a:accent3>
        <a:srgbClr val="FFFFFF"/>
      </a:accent3>
      <a:accent4>
        <a:srgbClr val="000000"/>
      </a:accent4>
      <a:accent5>
        <a:srgbClr val="FFE2B8"/>
      </a:accent5>
      <a:accent6>
        <a:srgbClr val="E7B98A"/>
      </a:accent6>
      <a:hlink>
        <a:srgbClr val="FF9900"/>
      </a:hlink>
      <a:folHlink>
        <a:srgbClr val="990000"/>
      </a:folHlink>
    </a:clrScheme>
    <a:fontScheme name="default">
      <a:majorFont>
        <a:latin typeface="FrutigerNext LT Medium"/>
        <a:ea typeface="华文细黑"/>
        <a:cs typeface="宋体"/>
      </a:majorFont>
      <a:minorFont>
        <a:latin typeface="FrutigerNext LT Medium"/>
        <a:ea typeface="华文细黑"/>
        <a:cs typeface="宋体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CC9900"/>
          </a:buClr>
          <a:buSzTx/>
          <a:buFont typeface="Wingdings" pitchFamily="2" charset="2"/>
          <a:buChar char="n"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CC9900"/>
          </a:buClr>
          <a:buSzTx/>
          <a:buFont typeface="Wingdings" pitchFamily="2" charset="2"/>
          <a:buChar char="n"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charset="-122"/>
          </a:defRPr>
        </a:defPPr>
      </a:lstStyle>
    </a:lnDef>
  </a:objectDefaults>
  <a:extraClrSchemeLst>
    <a:extraClrScheme>
      <a:clrScheme name="default 1">
        <a:dk1>
          <a:srgbClr val="000000"/>
        </a:dk1>
        <a:lt1>
          <a:srgbClr val="FFFFFF"/>
        </a:lt1>
        <a:dk2>
          <a:srgbClr val="990000"/>
        </a:dk2>
        <a:lt2>
          <a:srgbClr val="808080"/>
        </a:lt2>
        <a:accent1>
          <a:srgbClr val="99CCFF"/>
        </a:accent1>
        <a:accent2>
          <a:srgbClr val="669900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5C8A00"/>
        </a:accent6>
        <a:hlink>
          <a:srgbClr val="FF9900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2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FFCC99"/>
        </a:accent1>
        <a:accent2>
          <a:srgbClr val="FFCC66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7B95C"/>
        </a:accent6>
        <a:hlink>
          <a:srgbClr val="FF99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3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CCCCFF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8AB9E7"/>
        </a:accent6>
        <a:hlink>
          <a:srgbClr val="99CCCC"/>
        </a:hlink>
        <a:folHlink>
          <a:srgbClr val="0099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4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CCFF99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E2FFCA"/>
        </a:accent5>
        <a:accent6>
          <a:srgbClr val="8AB9B9"/>
        </a:accent6>
        <a:hlink>
          <a:srgbClr val="0099CC"/>
        </a:hlink>
        <a:folHlink>
          <a:srgbClr val="00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5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FFCC66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E7B98A"/>
        </a:accent6>
        <a:hlink>
          <a:srgbClr val="FF9900"/>
        </a:hlink>
        <a:folHlink>
          <a:srgbClr val="99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6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CCCCFF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8AB9E7"/>
        </a:accent6>
        <a:hlink>
          <a:srgbClr val="006699"/>
        </a:hlink>
        <a:folHlink>
          <a:srgbClr val="99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7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99CCCC"/>
        </a:accent1>
        <a:accent2>
          <a:srgbClr val="CCFF99"/>
        </a:accent2>
        <a:accent3>
          <a:srgbClr val="FFFFFF"/>
        </a:accent3>
        <a:accent4>
          <a:srgbClr val="000000"/>
        </a:accent4>
        <a:accent5>
          <a:srgbClr val="CAE2E2"/>
        </a:accent5>
        <a:accent6>
          <a:srgbClr val="B9E78A"/>
        </a:accent6>
        <a:hlink>
          <a:srgbClr val="009999"/>
        </a:hlink>
        <a:folHlink>
          <a:srgbClr val="99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8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99CCCC"/>
        </a:accent1>
        <a:accent2>
          <a:srgbClr val="CCFF99"/>
        </a:accent2>
        <a:accent3>
          <a:srgbClr val="FFFFFF"/>
        </a:accent3>
        <a:accent4>
          <a:srgbClr val="000000"/>
        </a:accent4>
        <a:accent5>
          <a:srgbClr val="CAE2E2"/>
        </a:accent5>
        <a:accent6>
          <a:srgbClr val="B9E78A"/>
        </a:accent6>
        <a:hlink>
          <a:srgbClr val="009999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9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CCCCFF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8AB9E7"/>
        </a:accent6>
        <a:hlink>
          <a:srgbClr val="006699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10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FFCC66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E7B98A"/>
        </a:accent6>
        <a:hlink>
          <a:srgbClr val="FF9900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11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FFCC66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E7B98A"/>
        </a:accent6>
        <a:hlink>
          <a:srgbClr val="FF990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12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CCCCFF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8AB9E7"/>
        </a:accent6>
        <a:hlink>
          <a:srgbClr val="006699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13">
        <a:dk1>
          <a:srgbClr val="000000"/>
        </a:dk1>
        <a:lt1>
          <a:srgbClr val="FFFFFF"/>
        </a:lt1>
        <a:dk2>
          <a:srgbClr val="990000"/>
        </a:dk2>
        <a:lt2>
          <a:srgbClr val="B2B2B2"/>
        </a:lt2>
        <a:accent1>
          <a:srgbClr val="99CCCC"/>
        </a:accent1>
        <a:accent2>
          <a:srgbClr val="CCFF99"/>
        </a:accent2>
        <a:accent3>
          <a:srgbClr val="FFFFFF"/>
        </a:accent3>
        <a:accent4>
          <a:srgbClr val="000000"/>
        </a:accent4>
        <a:accent5>
          <a:srgbClr val="CAE2E2"/>
        </a:accent5>
        <a:accent6>
          <a:srgbClr val="B9E78A"/>
        </a:accent6>
        <a:hlink>
          <a:srgbClr val="009999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1_Title Slid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kumimoji="1" sz="3200" dirty="0" smtClean="0">
            <a:solidFill>
              <a:srgbClr val="575756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模板.pptx" id="{B4542FC2-A7B2-4ED3-BB20-F6750F3E246A}" vid="{14E5A528-164A-4F9B-B3A5-57862E2D7804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方正+Huawei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文档" ma:contentTypeID="0x010100CC226774B8D87F4D92D9D1F6859ED44E" ma:contentTypeVersion="0" ma:contentTypeDescription="新建文档。" ma:contentTypeScope="" ma:versionID="15bce46875ac2ce7cb7e987677f92eb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9adfd09ad98667f9c194c646e975416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内容类型"/>
        <xsd:element ref="dc:title" minOccurs="0" maxOccurs="1" ma:index="4" ma:displayName="标题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954B3A1-D302-47BE-94A0-1B14BC193E9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FEDE263F-0510-4442-823E-69B63ECB61E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A5960F2-6186-408B-A0DC-5CA5E58B604F}">
  <ds:schemaRefs>
    <ds:schemaRef ds:uri="http://schemas.microsoft.com/office/2006/metadata/properties"/>
    <ds:schemaRef ds:uri="http://purl.org/dc/dcmitype/"/>
    <ds:schemaRef ds:uri="http://schemas.openxmlformats.org/package/2006/metadata/core-properties"/>
    <ds:schemaRef ds:uri="http://purl.org/dc/terms/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89213</TotalTime>
  <Words>867</Words>
  <Application>Microsoft Office PowerPoint</Application>
  <PresentationFormat>宽屏</PresentationFormat>
  <Paragraphs>104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6</vt:i4>
      </vt:variant>
      <vt:variant>
        <vt:lpstr>幻灯片标题</vt:lpstr>
      </vt:variant>
      <vt:variant>
        <vt:i4>9</vt:i4>
      </vt:variant>
    </vt:vector>
  </HeadingPairs>
  <TitlesOfParts>
    <vt:vector size="29" baseType="lpstr">
      <vt:lpstr>FrutigerNext LT Bold</vt:lpstr>
      <vt:lpstr>FrutigerNext LT Medium</vt:lpstr>
      <vt:lpstr>Huawei Sans</vt:lpstr>
      <vt:lpstr>MS PGothic</vt:lpstr>
      <vt:lpstr>方正兰亭黑简体</vt:lpstr>
      <vt:lpstr>黑体</vt:lpstr>
      <vt:lpstr>华文细黑</vt:lpstr>
      <vt:lpstr>宋体</vt:lpstr>
      <vt:lpstr>Microsoft YaHei</vt:lpstr>
      <vt:lpstr>Microsoft YaHei</vt:lpstr>
      <vt:lpstr>微软雅黑 Light</vt:lpstr>
      <vt:lpstr>Arial</vt:lpstr>
      <vt:lpstr>Calibri</vt:lpstr>
      <vt:lpstr>Wingdings</vt:lpstr>
      <vt:lpstr>1_标题页模板</vt:lpstr>
      <vt:lpstr>2_功能页模板</vt:lpstr>
      <vt:lpstr>3_内容页模板</vt:lpstr>
      <vt:lpstr>4_感谢页模板</vt:lpstr>
      <vt:lpstr>9_主题1</vt:lpstr>
      <vt:lpstr>1_Title Slide</vt:lpstr>
      <vt:lpstr>服务化参数自动寻优</vt:lpstr>
      <vt:lpstr>工具介绍</vt:lpstr>
      <vt:lpstr>轻量化流程</vt:lpstr>
      <vt:lpstr>使用介绍</vt:lpstr>
      <vt:lpstr>部分案例</vt:lpstr>
      <vt:lpstr>PowerPoint 演示文稿</vt:lpstr>
      <vt:lpstr>结果展示</vt:lpstr>
      <vt:lpstr>仿真模式</vt:lpstr>
      <vt:lpstr>PowerPoint 演示文稿</vt:lpstr>
    </vt:vector>
  </TitlesOfParts>
  <Company>Huawei Technologies Co.,Ltd.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fanyan (A)</dc:creator>
  <cp:lastModifiedBy>yaohan</cp:lastModifiedBy>
  <cp:revision>1191</cp:revision>
  <cp:lastPrinted>2020-07-31T09:33:18Z</cp:lastPrinted>
  <dcterms:created xsi:type="dcterms:W3CDTF">2018-11-29T10:16:29Z</dcterms:created>
  <dcterms:modified xsi:type="dcterms:W3CDTF">2025-11-18T03:12:40Z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(3)/sRYXoBybIFRm/JpdATuxBChhtmx3NS/Eq2yhzRAUvWveN0YixpYRylXPPihB5Wgu9uFttIM
icuTIwIvKwpE7aoYpp2idQgGmQdw3EMVy2f+XlEamBIO+a2nmYfT+CXrFPa72QP6+vDxz9iC
U5DL+m4kPAw5h/nhIOA8q/gDVq0o1uLHDvdyH4+4vWueStyotkwlcDcR6D34WqT6B7F+9Bjz
f1P8831jvxOrKetaIz</vt:lpwstr>
  </property>
  <property fmtid="{D5CDD505-2E9C-101B-9397-08002B2CF9AE}" pid="3" name="_2015_ms_pID_7253431">
    <vt:lpwstr>njV/0FT264aGM3aZPoEB2DAMIeyGPNSBmapXgS6YKijM65AQT0V8UV
6mrJmhHDFdtKCnwSbXk6pppcFe5qgjK2b5vEKs1TS3DIWo6l8P6Hmw4trcDzlPcdh2xu67C3
a/ZM3WDBUDGEaSpvuFVuhBtID5blnTUwI1bKQi7kWtd6dR7Zo6Ohc/UeS0eMOveQ8dz9Sr0t
dUQpW3QpP9mIT6rI+vm6ymL7N/TsfMmvldvk</vt:lpwstr>
  </property>
  <property fmtid="{D5CDD505-2E9C-101B-9397-08002B2CF9AE}" pid="4" name="_2015_ms_pID_7253432">
    <vt:lpwstr>xA==</vt:lpwstr>
  </property>
  <property fmtid="{D5CDD505-2E9C-101B-9397-08002B2CF9AE}" pid="5" name="ContentTypeId">
    <vt:lpwstr>0x010100CC226774B8D87F4D92D9D1F6859ED44E</vt:lpwstr>
  </property>
  <property fmtid="{D5CDD505-2E9C-101B-9397-08002B2CF9AE}" pid="6" name="_readonly">
    <vt:lpwstr/>
  </property>
  <property fmtid="{D5CDD505-2E9C-101B-9397-08002B2CF9AE}" pid="7" name="_change">
    <vt:lpwstr/>
  </property>
  <property fmtid="{D5CDD505-2E9C-101B-9397-08002B2CF9AE}" pid="8" name="_full-control">
    <vt:lpwstr/>
  </property>
  <property fmtid="{D5CDD505-2E9C-101B-9397-08002B2CF9AE}" pid="9" name="sflag">
    <vt:lpwstr>1762325978</vt:lpwstr>
  </property>
</Properties>
</file>